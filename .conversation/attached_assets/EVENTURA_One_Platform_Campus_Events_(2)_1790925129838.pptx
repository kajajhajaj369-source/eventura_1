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850" b="1" i="0">
                <a:solidFill>
                  <a:srgbClr val="3F2BF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850" b="1" i="0">
                <a:solidFill>
                  <a:srgbClr val="3F2BF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850" b="1" i="0">
                <a:solidFill>
                  <a:srgbClr val="3F2BF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3F2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850" b="1" i="0">
                <a:solidFill>
                  <a:srgbClr val="3F2BF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1FF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6361182" y="957085"/>
            <a:ext cx="911225" cy="1821814"/>
          </a:xfrm>
          <a:custGeom>
            <a:avLst/>
            <a:gdLst/>
            <a:ahLst/>
            <a:cxnLst/>
            <a:rect l="l" t="t" r="r" b="b"/>
            <a:pathLst>
              <a:path w="911225" h="1821814">
                <a:moveTo>
                  <a:pt x="0" y="0"/>
                </a:moveTo>
                <a:lnTo>
                  <a:pt x="910640" y="910640"/>
                </a:lnTo>
                <a:lnTo>
                  <a:pt x="0" y="1821281"/>
                </a:lnTo>
              </a:path>
            </a:pathLst>
          </a:custGeom>
          <a:ln w="14370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5456650" y="1795876"/>
            <a:ext cx="1815464" cy="144145"/>
          </a:xfrm>
          <a:custGeom>
            <a:avLst/>
            <a:gdLst/>
            <a:ahLst/>
            <a:cxnLst/>
            <a:rect l="l" t="t" r="r" b="b"/>
            <a:pathLst>
              <a:path w="1815465" h="144144">
                <a:moveTo>
                  <a:pt x="0" y="143700"/>
                </a:moveTo>
                <a:lnTo>
                  <a:pt x="1815172" y="143700"/>
                </a:lnTo>
                <a:lnTo>
                  <a:pt x="1815172" y="0"/>
                </a:lnTo>
                <a:lnTo>
                  <a:pt x="0" y="0"/>
                </a:lnTo>
                <a:lnTo>
                  <a:pt x="0" y="143700"/>
                </a:lnTo>
                <a:close/>
              </a:path>
            </a:pathLst>
          </a:custGeom>
          <a:solidFill>
            <a:srgbClr val="3F2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3485" y="1575263"/>
            <a:ext cx="14996794" cy="1527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850" b="1" i="0">
                <a:solidFill>
                  <a:srgbClr val="3F2BF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03034" y="3846372"/>
            <a:ext cx="1362710" cy="594360"/>
          </a:xfrm>
          <a:custGeom>
            <a:avLst/>
            <a:gdLst/>
            <a:ahLst/>
            <a:cxnLst/>
            <a:rect l="l" t="t" r="r" b="b"/>
            <a:pathLst>
              <a:path w="1362710" h="594360">
                <a:moveTo>
                  <a:pt x="1089837" y="0"/>
                </a:moveTo>
                <a:lnTo>
                  <a:pt x="272363" y="0"/>
                </a:lnTo>
                <a:lnTo>
                  <a:pt x="228185" y="2540"/>
                </a:lnTo>
                <a:lnTo>
                  <a:pt x="186269" y="12700"/>
                </a:lnTo>
                <a:lnTo>
                  <a:pt x="147179" y="31750"/>
                </a:lnTo>
                <a:lnTo>
                  <a:pt x="111475" y="53340"/>
                </a:lnTo>
                <a:lnTo>
                  <a:pt x="79601" y="82550"/>
                </a:lnTo>
                <a:lnTo>
                  <a:pt x="52537" y="116840"/>
                </a:lnTo>
                <a:lnTo>
                  <a:pt x="30313" y="156210"/>
                </a:lnTo>
                <a:lnTo>
                  <a:pt x="13711" y="199390"/>
                </a:lnTo>
                <a:lnTo>
                  <a:pt x="3426" y="246380"/>
                </a:lnTo>
                <a:lnTo>
                  <a:pt x="0" y="294640"/>
                </a:lnTo>
                <a:lnTo>
                  <a:pt x="24" y="298450"/>
                </a:lnTo>
                <a:lnTo>
                  <a:pt x="3340" y="345440"/>
                </a:lnTo>
                <a:lnTo>
                  <a:pt x="13736" y="393700"/>
                </a:lnTo>
                <a:lnTo>
                  <a:pt x="30261" y="436880"/>
                </a:lnTo>
                <a:lnTo>
                  <a:pt x="52473" y="476250"/>
                </a:lnTo>
                <a:lnTo>
                  <a:pt x="79716" y="510540"/>
                </a:lnTo>
                <a:lnTo>
                  <a:pt x="111470" y="539750"/>
                </a:lnTo>
                <a:lnTo>
                  <a:pt x="147162" y="562610"/>
                </a:lnTo>
                <a:lnTo>
                  <a:pt x="186268" y="580390"/>
                </a:lnTo>
                <a:lnTo>
                  <a:pt x="228187" y="591820"/>
                </a:lnTo>
                <a:lnTo>
                  <a:pt x="272368" y="594360"/>
                </a:lnTo>
                <a:lnTo>
                  <a:pt x="1089842" y="594360"/>
                </a:lnTo>
                <a:lnTo>
                  <a:pt x="1134023" y="591820"/>
                </a:lnTo>
                <a:lnTo>
                  <a:pt x="1175942" y="580390"/>
                </a:lnTo>
                <a:lnTo>
                  <a:pt x="1215052" y="562610"/>
                </a:lnTo>
                <a:lnTo>
                  <a:pt x="1250740" y="539750"/>
                </a:lnTo>
                <a:lnTo>
                  <a:pt x="1282494" y="510540"/>
                </a:lnTo>
                <a:lnTo>
                  <a:pt x="1309737" y="476250"/>
                </a:lnTo>
                <a:lnTo>
                  <a:pt x="1331950" y="436880"/>
                </a:lnTo>
                <a:lnTo>
                  <a:pt x="1341115" y="412750"/>
                </a:lnTo>
                <a:lnTo>
                  <a:pt x="305497" y="412750"/>
                </a:lnTo>
                <a:lnTo>
                  <a:pt x="313565" y="377436"/>
                </a:lnTo>
                <a:lnTo>
                  <a:pt x="313621" y="377190"/>
                </a:lnTo>
                <a:lnTo>
                  <a:pt x="223074" y="377190"/>
                </a:lnTo>
                <a:lnTo>
                  <a:pt x="216318" y="374652"/>
                </a:lnTo>
                <a:lnTo>
                  <a:pt x="209892" y="370840"/>
                </a:lnTo>
                <a:lnTo>
                  <a:pt x="203967" y="368300"/>
                </a:lnTo>
                <a:lnTo>
                  <a:pt x="198690" y="364490"/>
                </a:lnTo>
                <a:lnTo>
                  <a:pt x="194061" y="361950"/>
                </a:lnTo>
                <a:lnTo>
                  <a:pt x="190080" y="355600"/>
                </a:lnTo>
                <a:lnTo>
                  <a:pt x="186879" y="351790"/>
                </a:lnTo>
                <a:lnTo>
                  <a:pt x="184593" y="345440"/>
                </a:lnTo>
                <a:lnTo>
                  <a:pt x="183222" y="339090"/>
                </a:lnTo>
                <a:lnTo>
                  <a:pt x="183146" y="336550"/>
                </a:lnTo>
                <a:lnTo>
                  <a:pt x="182993" y="334010"/>
                </a:lnTo>
                <a:lnTo>
                  <a:pt x="182873" y="330200"/>
                </a:lnTo>
                <a:lnTo>
                  <a:pt x="182765" y="323850"/>
                </a:lnTo>
                <a:lnTo>
                  <a:pt x="184720" y="314960"/>
                </a:lnTo>
                <a:lnTo>
                  <a:pt x="192594" y="302260"/>
                </a:lnTo>
                <a:lnTo>
                  <a:pt x="198144" y="298450"/>
                </a:lnTo>
                <a:lnTo>
                  <a:pt x="205320" y="294640"/>
                </a:lnTo>
                <a:lnTo>
                  <a:pt x="196967" y="288290"/>
                </a:lnTo>
                <a:lnTo>
                  <a:pt x="190997" y="281940"/>
                </a:lnTo>
                <a:lnTo>
                  <a:pt x="187414" y="273050"/>
                </a:lnTo>
                <a:lnTo>
                  <a:pt x="186219" y="262890"/>
                </a:lnTo>
                <a:lnTo>
                  <a:pt x="186219" y="256540"/>
                </a:lnTo>
                <a:lnTo>
                  <a:pt x="188124" y="250190"/>
                </a:lnTo>
                <a:lnTo>
                  <a:pt x="195693" y="237490"/>
                </a:lnTo>
                <a:lnTo>
                  <a:pt x="201459" y="231140"/>
                </a:lnTo>
                <a:lnTo>
                  <a:pt x="209181" y="228600"/>
                </a:lnTo>
                <a:lnTo>
                  <a:pt x="215303" y="226060"/>
                </a:lnTo>
                <a:lnTo>
                  <a:pt x="222085" y="224790"/>
                </a:lnTo>
                <a:lnTo>
                  <a:pt x="229528" y="224790"/>
                </a:lnTo>
                <a:lnTo>
                  <a:pt x="237594" y="222260"/>
                </a:lnTo>
                <a:lnTo>
                  <a:pt x="350325" y="222260"/>
                </a:lnTo>
                <a:lnTo>
                  <a:pt x="359955" y="181610"/>
                </a:lnTo>
                <a:lnTo>
                  <a:pt x="1341748" y="181610"/>
                </a:lnTo>
                <a:lnTo>
                  <a:pt x="1309674" y="116840"/>
                </a:lnTo>
                <a:lnTo>
                  <a:pt x="1282614" y="82550"/>
                </a:lnTo>
                <a:lnTo>
                  <a:pt x="1250745" y="53340"/>
                </a:lnTo>
                <a:lnTo>
                  <a:pt x="1215038" y="31750"/>
                </a:lnTo>
                <a:lnTo>
                  <a:pt x="1175943" y="12700"/>
                </a:lnTo>
                <a:lnTo>
                  <a:pt x="1134022" y="2540"/>
                </a:lnTo>
                <a:lnTo>
                  <a:pt x="1089837" y="0"/>
                </a:lnTo>
                <a:close/>
              </a:path>
              <a:path w="1362710" h="594360">
                <a:moveTo>
                  <a:pt x="660488" y="181610"/>
                </a:moveTo>
                <a:lnTo>
                  <a:pt x="393483" y="181610"/>
                </a:lnTo>
                <a:lnTo>
                  <a:pt x="339103" y="412381"/>
                </a:lnTo>
                <a:lnTo>
                  <a:pt x="339016" y="412750"/>
                </a:lnTo>
                <a:lnTo>
                  <a:pt x="305497" y="412750"/>
                </a:lnTo>
                <a:lnTo>
                  <a:pt x="606115" y="412381"/>
                </a:lnTo>
                <a:lnTo>
                  <a:pt x="614755" y="374652"/>
                </a:lnTo>
                <a:lnTo>
                  <a:pt x="421118" y="374652"/>
                </a:lnTo>
                <a:lnTo>
                  <a:pt x="421118" y="257810"/>
                </a:lnTo>
                <a:lnTo>
                  <a:pt x="401001" y="257810"/>
                </a:lnTo>
                <a:lnTo>
                  <a:pt x="401001" y="226060"/>
                </a:lnTo>
                <a:lnTo>
                  <a:pt x="649957" y="226060"/>
                </a:lnTo>
                <a:lnTo>
                  <a:pt x="660488" y="181610"/>
                </a:lnTo>
                <a:close/>
              </a:path>
              <a:path w="1362710" h="594360">
                <a:moveTo>
                  <a:pt x="606115" y="412381"/>
                </a:moveTo>
                <a:lnTo>
                  <a:pt x="305497" y="412750"/>
                </a:lnTo>
                <a:lnTo>
                  <a:pt x="606030" y="412750"/>
                </a:lnTo>
                <a:lnTo>
                  <a:pt x="606115" y="412381"/>
                </a:lnTo>
                <a:close/>
              </a:path>
              <a:path w="1362710" h="594360">
                <a:moveTo>
                  <a:pt x="639645" y="412381"/>
                </a:moveTo>
                <a:lnTo>
                  <a:pt x="606115" y="412381"/>
                </a:lnTo>
                <a:lnTo>
                  <a:pt x="606030" y="412750"/>
                </a:lnTo>
                <a:lnTo>
                  <a:pt x="639558" y="412750"/>
                </a:lnTo>
                <a:lnTo>
                  <a:pt x="639645" y="412381"/>
                </a:lnTo>
                <a:close/>
              </a:path>
              <a:path w="1362710" h="594360">
                <a:moveTo>
                  <a:pt x="1341748" y="181610"/>
                </a:moveTo>
                <a:lnTo>
                  <a:pt x="694029" y="181610"/>
                </a:lnTo>
                <a:lnTo>
                  <a:pt x="639645" y="412381"/>
                </a:lnTo>
                <a:lnTo>
                  <a:pt x="639558" y="412750"/>
                </a:lnTo>
                <a:lnTo>
                  <a:pt x="1341600" y="411493"/>
                </a:lnTo>
                <a:lnTo>
                  <a:pt x="1348471" y="393700"/>
                </a:lnTo>
                <a:lnTo>
                  <a:pt x="1352595" y="374652"/>
                </a:lnTo>
                <a:lnTo>
                  <a:pt x="878332" y="374652"/>
                </a:lnTo>
                <a:lnTo>
                  <a:pt x="864321" y="372110"/>
                </a:lnTo>
                <a:lnTo>
                  <a:pt x="703973" y="372110"/>
                </a:lnTo>
                <a:lnTo>
                  <a:pt x="703973" y="346710"/>
                </a:lnTo>
                <a:lnTo>
                  <a:pt x="708570" y="342900"/>
                </a:lnTo>
                <a:lnTo>
                  <a:pt x="710678" y="340360"/>
                </a:lnTo>
                <a:lnTo>
                  <a:pt x="711619" y="340360"/>
                </a:lnTo>
                <a:lnTo>
                  <a:pt x="719701" y="332740"/>
                </a:lnTo>
                <a:lnTo>
                  <a:pt x="728079" y="326390"/>
                </a:lnTo>
                <a:lnTo>
                  <a:pt x="735402" y="320040"/>
                </a:lnTo>
                <a:lnTo>
                  <a:pt x="741666" y="313690"/>
                </a:lnTo>
                <a:lnTo>
                  <a:pt x="747186" y="308610"/>
                </a:lnTo>
                <a:lnTo>
                  <a:pt x="752260" y="304800"/>
                </a:lnTo>
                <a:lnTo>
                  <a:pt x="756888" y="298450"/>
                </a:lnTo>
                <a:lnTo>
                  <a:pt x="761072" y="292100"/>
                </a:lnTo>
                <a:lnTo>
                  <a:pt x="766355" y="285750"/>
                </a:lnTo>
                <a:lnTo>
                  <a:pt x="768997" y="276860"/>
                </a:lnTo>
                <a:lnTo>
                  <a:pt x="768997" y="275590"/>
                </a:lnTo>
                <a:lnTo>
                  <a:pt x="703566" y="275590"/>
                </a:lnTo>
                <a:lnTo>
                  <a:pt x="704186" y="266700"/>
                </a:lnTo>
                <a:lnTo>
                  <a:pt x="721816" y="231140"/>
                </a:lnTo>
                <a:lnTo>
                  <a:pt x="729474" y="228600"/>
                </a:lnTo>
                <a:lnTo>
                  <a:pt x="735370" y="226060"/>
                </a:lnTo>
                <a:lnTo>
                  <a:pt x="741587" y="224790"/>
                </a:lnTo>
                <a:lnTo>
                  <a:pt x="748095" y="222260"/>
                </a:lnTo>
                <a:lnTo>
                  <a:pt x="1353475" y="222260"/>
                </a:lnTo>
                <a:lnTo>
                  <a:pt x="1348338" y="199390"/>
                </a:lnTo>
                <a:lnTo>
                  <a:pt x="1341748" y="181610"/>
                </a:lnTo>
                <a:close/>
              </a:path>
              <a:path w="1362710" h="594360">
                <a:moveTo>
                  <a:pt x="1341580" y="411493"/>
                </a:moveTo>
                <a:lnTo>
                  <a:pt x="605848" y="412381"/>
                </a:lnTo>
                <a:lnTo>
                  <a:pt x="639558" y="412750"/>
                </a:lnTo>
                <a:lnTo>
                  <a:pt x="1341103" y="412750"/>
                </a:lnTo>
                <a:lnTo>
                  <a:pt x="1341580" y="411493"/>
                </a:lnTo>
                <a:close/>
              </a:path>
              <a:path w="1362710" h="594360">
                <a:moveTo>
                  <a:pt x="350325" y="222260"/>
                </a:moveTo>
                <a:lnTo>
                  <a:pt x="237663" y="222260"/>
                </a:lnTo>
                <a:lnTo>
                  <a:pt x="245722" y="224790"/>
                </a:lnTo>
                <a:lnTo>
                  <a:pt x="253145" y="224790"/>
                </a:lnTo>
                <a:lnTo>
                  <a:pt x="259896" y="226060"/>
                </a:lnTo>
                <a:lnTo>
                  <a:pt x="265975" y="228600"/>
                </a:lnTo>
                <a:lnTo>
                  <a:pt x="273620" y="231140"/>
                </a:lnTo>
                <a:lnTo>
                  <a:pt x="279348" y="237490"/>
                </a:lnTo>
                <a:lnTo>
                  <a:pt x="286943" y="250190"/>
                </a:lnTo>
                <a:lnTo>
                  <a:pt x="288835" y="256540"/>
                </a:lnTo>
                <a:lnTo>
                  <a:pt x="288835" y="269240"/>
                </a:lnTo>
                <a:lnTo>
                  <a:pt x="287121" y="276860"/>
                </a:lnTo>
                <a:lnTo>
                  <a:pt x="280199" y="288290"/>
                </a:lnTo>
                <a:lnTo>
                  <a:pt x="275564" y="292100"/>
                </a:lnTo>
                <a:lnTo>
                  <a:pt x="269734" y="294640"/>
                </a:lnTo>
                <a:lnTo>
                  <a:pt x="277062" y="298450"/>
                </a:lnTo>
                <a:lnTo>
                  <a:pt x="282663" y="302260"/>
                </a:lnTo>
                <a:lnTo>
                  <a:pt x="290537" y="314960"/>
                </a:lnTo>
                <a:lnTo>
                  <a:pt x="292493" y="323850"/>
                </a:lnTo>
                <a:lnTo>
                  <a:pt x="292416" y="332740"/>
                </a:lnTo>
                <a:lnTo>
                  <a:pt x="292264" y="334010"/>
                </a:lnTo>
                <a:lnTo>
                  <a:pt x="292188" y="336550"/>
                </a:lnTo>
                <a:lnTo>
                  <a:pt x="292035" y="339090"/>
                </a:lnTo>
                <a:lnTo>
                  <a:pt x="290664" y="345440"/>
                </a:lnTo>
                <a:lnTo>
                  <a:pt x="288378" y="351790"/>
                </a:lnTo>
                <a:lnTo>
                  <a:pt x="285177" y="355600"/>
                </a:lnTo>
                <a:lnTo>
                  <a:pt x="281196" y="361950"/>
                </a:lnTo>
                <a:lnTo>
                  <a:pt x="276567" y="364490"/>
                </a:lnTo>
                <a:lnTo>
                  <a:pt x="271290" y="368300"/>
                </a:lnTo>
                <a:lnTo>
                  <a:pt x="265365" y="370840"/>
                </a:lnTo>
                <a:lnTo>
                  <a:pt x="258941" y="374652"/>
                </a:lnTo>
                <a:lnTo>
                  <a:pt x="252188" y="377190"/>
                </a:lnTo>
                <a:lnTo>
                  <a:pt x="313621" y="377190"/>
                </a:lnTo>
                <a:lnTo>
                  <a:pt x="350325" y="222260"/>
                </a:lnTo>
                <a:close/>
              </a:path>
              <a:path w="1362710" h="594360">
                <a:moveTo>
                  <a:pt x="490613" y="226060"/>
                </a:moveTo>
                <a:lnTo>
                  <a:pt x="457288" y="226060"/>
                </a:lnTo>
                <a:lnTo>
                  <a:pt x="457288" y="374652"/>
                </a:lnTo>
                <a:lnTo>
                  <a:pt x="534982" y="374652"/>
                </a:lnTo>
                <a:lnTo>
                  <a:pt x="527646" y="372110"/>
                </a:lnTo>
                <a:lnTo>
                  <a:pt x="520850" y="370840"/>
                </a:lnTo>
                <a:lnTo>
                  <a:pt x="514590" y="368300"/>
                </a:lnTo>
                <a:lnTo>
                  <a:pt x="489393" y="339090"/>
                </a:lnTo>
                <a:lnTo>
                  <a:pt x="489161" y="334010"/>
                </a:lnTo>
                <a:lnTo>
                  <a:pt x="489045" y="332740"/>
                </a:lnTo>
                <a:lnTo>
                  <a:pt x="488987" y="330200"/>
                </a:lnTo>
                <a:lnTo>
                  <a:pt x="560526" y="330200"/>
                </a:lnTo>
                <a:lnTo>
                  <a:pt x="560526" y="317500"/>
                </a:lnTo>
                <a:lnTo>
                  <a:pt x="559707" y="313690"/>
                </a:lnTo>
                <a:lnTo>
                  <a:pt x="490613" y="313690"/>
                </a:lnTo>
                <a:lnTo>
                  <a:pt x="490613" y="226060"/>
                </a:lnTo>
                <a:close/>
              </a:path>
              <a:path w="1362710" h="594360">
                <a:moveTo>
                  <a:pt x="638524" y="275590"/>
                </a:moveTo>
                <a:lnTo>
                  <a:pt x="563282" y="275590"/>
                </a:lnTo>
                <a:lnTo>
                  <a:pt x="569283" y="279400"/>
                </a:lnTo>
                <a:lnTo>
                  <a:pt x="574636" y="281940"/>
                </a:lnTo>
                <a:lnTo>
                  <a:pt x="581341" y="285750"/>
                </a:lnTo>
                <a:lnTo>
                  <a:pt x="586244" y="292100"/>
                </a:lnTo>
                <a:lnTo>
                  <a:pt x="592479" y="307340"/>
                </a:lnTo>
                <a:lnTo>
                  <a:pt x="594041" y="313690"/>
                </a:lnTo>
                <a:lnTo>
                  <a:pt x="594041" y="323850"/>
                </a:lnTo>
                <a:lnTo>
                  <a:pt x="580643" y="361950"/>
                </a:lnTo>
                <a:lnTo>
                  <a:pt x="573244" y="365760"/>
                </a:lnTo>
                <a:lnTo>
                  <a:pt x="564477" y="370840"/>
                </a:lnTo>
                <a:lnTo>
                  <a:pt x="554335" y="374652"/>
                </a:lnTo>
                <a:lnTo>
                  <a:pt x="614755" y="374652"/>
                </a:lnTo>
                <a:lnTo>
                  <a:pt x="638524" y="275590"/>
                </a:lnTo>
                <a:close/>
              </a:path>
              <a:path w="1362710" h="594360">
                <a:moveTo>
                  <a:pt x="996609" y="222260"/>
                </a:moveTo>
                <a:lnTo>
                  <a:pt x="878377" y="222260"/>
                </a:lnTo>
                <a:lnTo>
                  <a:pt x="892322" y="224790"/>
                </a:lnTo>
                <a:lnTo>
                  <a:pt x="904255" y="228600"/>
                </a:lnTo>
                <a:lnTo>
                  <a:pt x="931975" y="266511"/>
                </a:lnTo>
                <a:lnTo>
                  <a:pt x="935417" y="298450"/>
                </a:lnTo>
                <a:lnTo>
                  <a:pt x="934637" y="313690"/>
                </a:lnTo>
                <a:lnTo>
                  <a:pt x="921905" y="353060"/>
                </a:lnTo>
                <a:lnTo>
                  <a:pt x="878304" y="374652"/>
                </a:lnTo>
                <a:lnTo>
                  <a:pt x="1114419" y="374652"/>
                </a:lnTo>
                <a:lnTo>
                  <a:pt x="1110393" y="372110"/>
                </a:lnTo>
                <a:lnTo>
                  <a:pt x="952486" y="372110"/>
                </a:lnTo>
                <a:lnTo>
                  <a:pt x="952486" y="346710"/>
                </a:lnTo>
                <a:lnTo>
                  <a:pt x="957096" y="342900"/>
                </a:lnTo>
                <a:lnTo>
                  <a:pt x="959192" y="340360"/>
                </a:lnTo>
                <a:lnTo>
                  <a:pt x="960132" y="340360"/>
                </a:lnTo>
                <a:lnTo>
                  <a:pt x="968213" y="332740"/>
                </a:lnTo>
                <a:lnTo>
                  <a:pt x="976588" y="326390"/>
                </a:lnTo>
                <a:lnTo>
                  <a:pt x="983910" y="320040"/>
                </a:lnTo>
                <a:lnTo>
                  <a:pt x="990180" y="313690"/>
                </a:lnTo>
                <a:lnTo>
                  <a:pt x="995694" y="308610"/>
                </a:lnTo>
                <a:lnTo>
                  <a:pt x="1000768" y="304800"/>
                </a:lnTo>
                <a:lnTo>
                  <a:pt x="1005400" y="298450"/>
                </a:lnTo>
                <a:lnTo>
                  <a:pt x="1009585" y="292100"/>
                </a:lnTo>
                <a:lnTo>
                  <a:pt x="1014869" y="285750"/>
                </a:lnTo>
                <a:lnTo>
                  <a:pt x="1017510" y="276860"/>
                </a:lnTo>
                <a:lnTo>
                  <a:pt x="1017510" y="275590"/>
                </a:lnTo>
                <a:lnTo>
                  <a:pt x="952080" y="275590"/>
                </a:lnTo>
                <a:lnTo>
                  <a:pt x="952694" y="266700"/>
                </a:lnTo>
                <a:lnTo>
                  <a:pt x="970330" y="231140"/>
                </a:lnTo>
                <a:lnTo>
                  <a:pt x="977988" y="228600"/>
                </a:lnTo>
                <a:lnTo>
                  <a:pt x="983883" y="226060"/>
                </a:lnTo>
                <a:lnTo>
                  <a:pt x="990100" y="224790"/>
                </a:lnTo>
                <a:lnTo>
                  <a:pt x="996609" y="222260"/>
                </a:lnTo>
                <a:close/>
              </a:path>
              <a:path w="1362710" h="594360">
                <a:moveTo>
                  <a:pt x="1360948" y="276860"/>
                </a:moveTo>
                <a:lnTo>
                  <a:pt x="1135366" y="276860"/>
                </a:lnTo>
                <a:lnTo>
                  <a:pt x="1144833" y="279400"/>
                </a:lnTo>
                <a:lnTo>
                  <a:pt x="1153326" y="281940"/>
                </a:lnTo>
                <a:lnTo>
                  <a:pt x="1178706" y="314960"/>
                </a:lnTo>
                <a:lnTo>
                  <a:pt x="1179272" y="323850"/>
                </a:lnTo>
                <a:lnTo>
                  <a:pt x="1179211" y="330200"/>
                </a:lnTo>
                <a:lnTo>
                  <a:pt x="1155991" y="368300"/>
                </a:lnTo>
                <a:lnTo>
                  <a:pt x="1149993" y="370840"/>
                </a:lnTo>
                <a:lnTo>
                  <a:pt x="1143466" y="374652"/>
                </a:lnTo>
                <a:lnTo>
                  <a:pt x="1352607" y="374652"/>
                </a:lnTo>
                <a:lnTo>
                  <a:pt x="1358780" y="346710"/>
                </a:lnTo>
                <a:lnTo>
                  <a:pt x="1362201" y="298450"/>
                </a:lnTo>
                <a:lnTo>
                  <a:pt x="1362291" y="297180"/>
                </a:lnTo>
                <a:lnTo>
                  <a:pt x="1360948" y="276860"/>
                </a:lnTo>
                <a:close/>
              </a:path>
              <a:path w="1362710" h="594360">
                <a:moveTo>
                  <a:pt x="878259" y="222260"/>
                </a:moveTo>
                <a:lnTo>
                  <a:pt x="755024" y="222260"/>
                </a:lnTo>
                <a:lnTo>
                  <a:pt x="766322" y="224790"/>
                </a:lnTo>
                <a:lnTo>
                  <a:pt x="776185" y="226060"/>
                </a:lnTo>
                <a:lnTo>
                  <a:pt x="784562" y="231140"/>
                </a:lnTo>
                <a:lnTo>
                  <a:pt x="803096" y="260350"/>
                </a:lnTo>
                <a:lnTo>
                  <a:pt x="803316" y="262890"/>
                </a:lnTo>
                <a:lnTo>
                  <a:pt x="803536" y="264160"/>
                </a:lnTo>
                <a:lnTo>
                  <a:pt x="803646" y="266700"/>
                </a:lnTo>
                <a:lnTo>
                  <a:pt x="802828" y="279400"/>
                </a:lnTo>
                <a:lnTo>
                  <a:pt x="780983" y="317500"/>
                </a:lnTo>
                <a:lnTo>
                  <a:pt x="772041" y="326390"/>
                </a:lnTo>
                <a:lnTo>
                  <a:pt x="762085" y="336550"/>
                </a:lnTo>
                <a:lnTo>
                  <a:pt x="751115" y="345440"/>
                </a:lnTo>
                <a:lnTo>
                  <a:pt x="805979" y="345440"/>
                </a:lnTo>
                <a:lnTo>
                  <a:pt x="805979" y="372110"/>
                </a:lnTo>
                <a:lnTo>
                  <a:pt x="864321" y="372110"/>
                </a:lnTo>
                <a:lnTo>
                  <a:pt x="852391" y="368300"/>
                </a:lnTo>
                <a:lnTo>
                  <a:pt x="842528" y="361950"/>
                </a:lnTo>
                <a:lnTo>
                  <a:pt x="822062" y="314960"/>
                </a:lnTo>
                <a:lnTo>
                  <a:pt x="821219" y="298450"/>
                </a:lnTo>
                <a:lnTo>
                  <a:pt x="821998" y="283210"/>
                </a:lnTo>
                <a:lnTo>
                  <a:pt x="822062" y="281940"/>
                </a:lnTo>
                <a:lnTo>
                  <a:pt x="834732" y="243840"/>
                </a:lnTo>
                <a:lnTo>
                  <a:pt x="864321" y="224790"/>
                </a:lnTo>
                <a:lnTo>
                  <a:pt x="878259" y="222260"/>
                </a:lnTo>
                <a:close/>
              </a:path>
              <a:path w="1362710" h="594360">
                <a:moveTo>
                  <a:pt x="1127385" y="222260"/>
                </a:moveTo>
                <a:lnTo>
                  <a:pt x="1003537" y="222260"/>
                </a:lnTo>
                <a:lnTo>
                  <a:pt x="1014836" y="224790"/>
                </a:lnTo>
                <a:lnTo>
                  <a:pt x="1024698" y="226060"/>
                </a:lnTo>
                <a:lnTo>
                  <a:pt x="1033075" y="231140"/>
                </a:lnTo>
                <a:lnTo>
                  <a:pt x="1051598" y="260350"/>
                </a:lnTo>
                <a:lnTo>
                  <a:pt x="1051818" y="262890"/>
                </a:lnTo>
                <a:lnTo>
                  <a:pt x="1052038" y="264160"/>
                </a:lnTo>
                <a:lnTo>
                  <a:pt x="1052148" y="266700"/>
                </a:lnTo>
                <a:lnTo>
                  <a:pt x="1051331" y="279400"/>
                </a:lnTo>
                <a:lnTo>
                  <a:pt x="1029502" y="317500"/>
                </a:lnTo>
                <a:lnTo>
                  <a:pt x="1020560" y="326390"/>
                </a:lnTo>
                <a:lnTo>
                  <a:pt x="1010601" y="336550"/>
                </a:lnTo>
                <a:lnTo>
                  <a:pt x="999629" y="345440"/>
                </a:lnTo>
                <a:lnTo>
                  <a:pt x="1054493" y="345440"/>
                </a:lnTo>
                <a:lnTo>
                  <a:pt x="1054493" y="372110"/>
                </a:lnTo>
                <a:lnTo>
                  <a:pt x="1110393" y="372110"/>
                </a:lnTo>
                <a:lnTo>
                  <a:pt x="1102349" y="370840"/>
                </a:lnTo>
                <a:lnTo>
                  <a:pt x="1092670" y="364490"/>
                </a:lnTo>
                <a:lnTo>
                  <a:pt x="1085379" y="355600"/>
                </a:lnTo>
                <a:lnTo>
                  <a:pt x="1080045" y="345440"/>
                </a:lnTo>
                <a:lnTo>
                  <a:pt x="1076235" y="332740"/>
                </a:lnTo>
                <a:lnTo>
                  <a:pt x="1073949" y="317500"/>
                </a:lnTo>
                <a:lnTo>
                  <a:pt x="1073994" y="281940"/>
                </a:lnTo>
                <a:lnTo>
                  <a:pt x="1086090" y="241300"/>
                </a:lnTo>
                <a:lnTo>
                  <a:pt x="1114185" y="224790"/>
                </a:lnTo>
                <a:lnTo>
                  <a:pt x="1127385" y="222260"/>
                </a:lnTo>
                <a:close/>
              </a:path>
              <a:path w="1362710" h="594360">
                <a:moveTo>
                  <a:pt x="248906" y="311150"/>
                </a:moveTo>
                <a:lnTo>
                  <a:pt x="226110" y="311150"/>
                </a:lnTo>
                <a:lnTo>
                  <a:pt x="222198" y="314960"/>
                </a:lnTo>
                <a:lnTo>
                  <a:pt x="218261" y="317500"/>
                </a:lnTo>
                <a:lnTo>
                  <a:pt x="216293" y="323850"/>
                </a:lnTo>
                <a:lnTo>
                  <a:pt x="216293" y="336550"/>
                </a:lnTo>
                <a:lnTo>
                  <a:pt x="218223" y="339090"/>
                </a:lnTo>
                <a:lnTo>
                  <a:pt x="225945" y="346710"/>
                </a:lnTo>
                <a:lnTo>
                  <a:pt x="231126" y="349250"/>
                </a:lnTo>
                <a:lnTo>
                  <a:pt x="244144" y="349250"/>
                </a:lnTo>
                <a:lnTo>
                  <a:pt x="249249" y="346710"/>
                </a:lnTo>
                <a:lnTo>
                  <a:pt x="256704" y="339090"/>
                </a:lnTo>
                <a:lnTo>
                  <a:pt x="258558" y="336550"/>
                </a:lnTo>
                <a:lnTo>
                  <a:pt x="258558" y="323850"/>
                </a:lnTo>
                <a:lnTo>
                  <a:pt x="256628" y="320040"/>
                </a:lnTo>
                <a:lnTo>
                  <a:pt x="248906" y="311150"/>
                </a:lnTo>
                <a:close/>
              </a:path>
              <a:path w="1362710" h="594360">
                <a:moveTo>
                  <a:pt x="560132" y="330200"/>
                </a:moveTo>
                <a:lnTo>
                  <a:pt x="522921" y="330200"/>
                </a:lnTo>
                <a:lnTo>
                  <a:pt x="523734" y="334010"/>
                </a:lnTo>
                <a:lnTo>
                  <a:pt x="525690" y="339090"/>
                </a:lnTo>
                <a:lnTo>
                  <a:pt x="531938" y="342900"/>
                </a:lnTo>
                <a:lnTo>
                  <a:pt x="536193" y="345440"/>
                </a:lnTo>
                <a:lnTo>
                  <a:pt x="547979" y="345440"/>
                </a:lnTo>
                <a:lnTo>
                  <a:pt x="552728" y="342900"/>
                </a:lnTo>
                <a:lnTo>
                  <a:pt x="558951" y="334010"/>
                </a:lnTo>
                <a:lnTo>
                  <a:pt x="560132" y="330200"/>
                </a:lnTo>
                <a:close/>
              </a:path>
              <a:path w="1362710" h="594360">
                <a:moveTo>
                  <a:pt x="1133398" y="304800"/>
                </a:moveTo>
                <a:lnTo>
                  <a:pt x="1121206" y="304800"/>
                </a:lnTo>
                <a:lnTo>
                  <a:pt x="1116367" y="307340"/>
                </a:lnTo>
                <a:lnTo>
                  <a:pt x="1108645" y="313690"/>
                </a:lnTo>
                <a:lnTo>
                  <a:pt x="1106715" y="320040"/>
                </a:lnTo>
                <a:lnTo>
                  <a:pt x="1106715" y="332740"/>
                </a:lnTo>
                <a:lnTo>
                  <a:pt x="1108506" y="336550"/>
                </a:lnTo>
                <a:lnTo>
                  <a:pt x="1115681" y="345440"/>
                </a:lnTo>
                <a:lnTo>
                  <a:pt x="1138109" y="345440"/>
                </a:lnTo>
                <a:lnTo>
                  <a:pt x="1145018" y="336550"/>
                </a:lnTo>
                <a:lnTo>
                  <a:pt x="1146745" y="332740"/>
                </a:lnTo>
                <a:lnTo>
                  <a:pt x="1146745" y="320040"/>
                </a:lnTo>
                <a:lnTo>
                  <a:pt x="1145044" y="313690"/>
                </a:lnTo>
                <a:lnTo>
                  <a:pt x="1138287" y="307340"/>
                </a:lnTo>
                <a:lnTo>
                  <a:pt x="1133398" y="304800"/>
                </a:lnTo>
                <a:close/>
              </a:path>
              <a:path w="1362710" h="594360">
                <a:moveTo>
                  <a:pt x="711619" y="340360"/>
                </a:moveTo>
                <a:lnTo>
                  <a:pt x="710678" y="340360"/>
                </a:lnTo>
                <a:lnTo>
                  <a:pt x="710272" y="342900"/>
                </a:lnTo>
                <a:lnTo>
                  <a:pt x="711619" y="340360"/>
                </a:lnTo>
                <a:close/>
              </a:path>
              <a:path w="1362710" h="594360">
                <a:moveTo>
                  <a:pt x="960132" y="340360"/>
                </a:moveTo>
                <a:lnTo>
                  <a:pt x="959192" y="340360"/>
                </a:lnTo>
                <a:lnTo>
                  <a:pt x="958785" y="342900"/>
                </a:lnTo>
                <a:lnTo>
                  <a:pt x="960132" y="340360"/>
                </a:lnTo>
                <a:close/>
              </a:path>
              <a:path w="1362710" h="594360">
                <a:moveTo>
                  <a:pt x="887665" y="256540"/>
                </a:moveTo>
                <a:lnTo>
                  <a:pt x="868971" y="256540"/>
                </a:lnTo>
                <a:lnTo>
                  <a:pt x="862812" y="260350"/>
                </a:lnTo>
                <a:lnTo>
                  <a:pt x="859916" y="266511"/>
                </a:lnTo>
                <a:lnTo>
                  <a:pt x="859827" y="266700"/>
                </a:lnTo>
                <a:lnTo>
                  <a:pt x="857869" y="273050"/>
                </a:lnTo>
                <a:lnTo>
                  <a:pt x="856473" y="279400"/>
                </a:lnTo>
                <a:lnTo>
                  <a:pt x="856353" y="281940"/>
                </a:lnTo>
                <a:lnTo>
                  <a:pt x="856114" y="283210"/>
                </a:lnTo>
                <a:lnTo>
                  <a:pt x="855994" y="285750"/>
                </a:lnTo>
                <a:lnTo>
                  <a:pt x="855755" y="288290"/>
                </a:lnTo>
                <a:lnTo>
                  <a:pt x="855748" y="289560"/>
                </a:lnTo>
                <a:lnTo>
                  <a:pt x="855623" y="311150"/>
                </a:lnTo>
                <a:lnTo>
                  <a:pt x="855801" y="313690"/>
                </a:lnTo>
                <a:lnTo>
                  <a:pt x="855890" y="314960"/>
                </a:lnTo>
                <a:lnTo>
                  <a:pt x="858062" y="326390"/>
                </a:lnTo>
                <a:lnTo>
                  <a:pt x="860272" y="332740"/>
                </a:lnTo>
                <a:lnTo>
                  <a:pt x="866901" y="339090"/>
                </a:lnTo>
                <a:lnTo>
                  <a:pt x="871816" y="340360"/>
                </a:lnTo>
                <a:lnTo>
                  <a:pt x="884821" y="340360"/>
                </a:lnTo>
                <a:lnTo>
                  <a:pt x="901007" y="311150"/>
                </a:lnTo>
                <a:lnTo>
                  <a:pt x="900999" y="288290"/>
                </a:lnTo>
                <a:lnTo>
                  <a:pt x="900159" y="279400"/>
                </a:lnTo>
                <a:lnTo>
                  <a:pt x="898762" y="273050"/>
                </a:lnTo>
                <a:lnTo>
                  <a:pt x="896809" y="266700"/>
                </a:lnTo>
                <a:lnTo>
                  <a:pt x="893825" y="260350"/>
                </a:lnTo>
                <a:lnTo>
                  <a:pt x="887665" y="256540"/>
                </a:lnTo>
                <a:close/>
              </a:path>
              <a:path w="1362710" h="594360">
                <a:moveTo>
                  <a:pt x="547636" y="302260"/>
                </a:moveTo>
                <a:lnTo>
                  <a:pt x="533005" y="302260"/>
                </a:lnTo>
                <a:lnTo>
                  <a:pt x="527049" y="307340"/>
                </a:lnTo>
                <a:lnTo>
                  <a:pt x="525093" y="311150"/>
                </a:lnTo>
                <a:lnTo>
                  <a:pt x="524141" y="313690"/>
                </a:lnTo>
                <a:lnTo>
                  <a:pt x="559707" y="313690"/>
                </a:lnTo>
                <a:lnTo>
                  <a:pt x="558888" y="311150"/>
                </a:lnTo>
                <a:lnTo>
                  <a:pt x="552385" y="304800"/>
                </a:lnTo>
                <a:lnTo>
                  <a:pt x="547636" y="302260"/>
                </a:lnTo>
                <a:close/>
              </a:path>
              <a:path w="1362710" h="594360">
                <a:moveTo>
                  <a:pt x="1130832" y="250190"/>
                </a:moveTo>
                <a:lnTo>
                  <a:pt x="1118094" y="250190"/>
                </a:lnTo>
                <a:lnTo>
                  <a:pt x="1112544" y="254000"/>
                </a:lnTo>
                <a:lnTo>
                  <a:pt x="1104176" y="285750"/>
                </a:lnTo>
                <a:lnTo>
                  <a:pt x="1104074" y="288290"/>
                </a:lnTo>
                <a:lnTo>
                  <a:pt x="1103972" y="289560"/>
                </a:lnTo>
                <a:lnTo>
                  <a:pt x="1103870" y="292100"/>
                </a:lnTo>
                <a:lnTo>
                  <a:pt x="1106855" y="288290"/>
                </a:lnTo>
                <a:lnTo>
                  <a:pt x="1111147" y="285750"/>
                </a:lnTo>
                <a:lnTo>
                  <a:pt x="1122400" y="279400"/>
                </a:lnTo>
                <a:lnTo>
                  <a:pt x="1128584" y="276860"/>
                </a:lnTo>
                <a:lnTo>
                  <a:pt x="1360948" y="276860"/>
                </a:lnTo>
                <a:lnTo>
                  <a:pt x="1360227" y="266700"/>
                </a:lnTo>
                <a:lnTo>
                  <a:pt x="1143088" y="266700"/>
                </a:lnTo>
                <a:lnTo>
                  <a:pt x="1141996" y="260350"/>
                </a:lnTo>
                <a:lnTo>
                  <a:pt x="1140116" y="256540"/>
                </a:lnTo>
                <a:lnTo>
                  <a:pt x="1134680" y="251460"/>
                </a:lnTo>
                <a:lnTo>
                  <a:pt x="1130832" y="250190"/>
                </a:lnTo>
                <a:close/>
              </a:path>
              <a:path w="1362710" h="594360">
                <a:moveTo>
                  <a:pt x="242912" y="250190"/>
                </a:moveTo>
                <a:lnTo>
                  <a:pt x="232345" y="250190"/>
                </a:lnTo>
                <a:lnTo>
                  <a:pt x="228116" y="251460"/>
                </a:lnTo>
                <a:lnTo>
                  <a:pt x="224929" y="256540"/>
                </a:lnTo>
                <a:lnTo>
                  <a:pt x="221741" y="257810"/>
                </a:lnTo>
                <a:lnTo>
                  <a:pt x="220153" y="262890"/>
                </a:lnTo>
                <a:lnTo>
                  <a:pt x="220153" y="273050"/>
                </a:lnTo>
                <a:lnTo>
                  <a:pt x="221779" y="276860"/>
                </a:lnTo>
                <a:lnTo>
                  <a:pt x="228281" y="283210"/>
                </a:lnTo>
                <a:lnTo>
                  <a:pt x="232485" y="285750"/>
                </a:lnTo>
                <a:lnTo>
                  <a:pt x="242772" y="285750"/>
                </a:lnTo>
                <a:lnTo>
                  <a:pt x="246976" y="283210"/>
                </a:lnTo>
                <a:lnTo>
                  <a:pt x="253478" y="276860"/>
                </a:lnTo>
                <a:lnTo>
                  <a:pt x="255117" y="273050"/>
                </a:lnTo>
                <a:lnTo>
                  <a:pt x="255117" y="262890"/>
                </a:lnTo>
                <a:lnTo>
                  <a:pt x="253504" y="257810"/>
                </a:lnTo>
                <a:lnTo>
                  <a:pt x="247141" y="251460"/>
                </a:lnTo>
                <a:lnTo>
                  <a:pt x="242912" y="250190"/>
                </a:lnTo>
                <a:close/>
              </a:path>
              <a:path w="1362710" h="594360">
                <a:moveTo>
                  <a:pt x="649957" y="226060"/>
                </a:moveTo>
                <a:lnTo>
                  <a:pt x="585507" y="226060"/>
                </a:lnTo>
                <a:lnTo>
                  <a:pt x="585507" y="256540"/>
                </a:lnTo>
                <a:lnTo>
                  <a:pt x="522121" y="256540"/>
                </a:lnTo>
                <a:lnTo>
                  <a:pt x="522121" y="285750"/>
                </a:lnTo>
                <a:lnTo>
                  <a:pt x="524814" y="281940"/>
                </a:lnTo>
                <a:lnTo>
                  <a:pt x="528611" y="279400"/>
                </a:lnTo>
                <a:lnTo>
                  <a:pt x="538365" y="275590"/>
                </a:lnTo>
                <a:lnTo>
                  <a:pt x="638524" y="275590"/>
                </a:lnTo>
                <a:lnTo>
                  <a:pt x="649957" y="226060"/>
                </a:lnTo>
                <a:close/>
              </a:path>
              <a:path w="1362710" h="594360">
                <a:moveTo>
                  <a:pt x="758710" y="251460"/>
                </a:moveTo>
                <a:lnTo>
                  <a:pt x="748410" y="251460"/>
                </a:lnTo>
                <a:lnTo>
                  <a:pt x="744371" y="254000"/>
                </a:lnTo>
                <a:lnTo>
                  <a:pt x="738555" y="262890"/>
                </a:lnTo>
                <a:lnTo>
                  <a:pt x="737167" y="266511"/>
                </a:lnTo>
                <a:lnTo>
                  <a:pt x="737094" y="275590"/>
                </a:lnTo>
                <a:lnTo>
                  <a:pt x="768997" y="275590"/>
                </a:lnTo>
                <a:lnTo>
                  <a:pt x="768997" y="264160"/>
                </a:lnTo>
                <a:lnTo>
                  <a:pt x="767714" y="260350"/>
                </a:lnTo>
                <a:lnTo>
                  <a:pt x="762558" y="254000"/>
                </a:lnTo>
                <a:lnTo>
                  <a:pt x="758710" y="251460"/>
                </a:lnTo>
                <a:close/>
              </a:path>
              <a:path w="1362710" h="594360">
                <a:moveTo>
                  <a:pt x="1007211" y="251460"/>
                </a:moveTo>
                <a:lnTo>
                  <a:pt x="996911" y="251460"/>
                </a:lnTo>
                <a:lnTo>
                  <a:pt x="992898" y="254000"/>
                </a:lnTo>
                <a:lnTo>
                  <a:pt x="987068" y="262890"/>
                </a:lnTo>
                <a:lnTo>
                  <a:pt x="985680" y="266511"/>
                </a:lnTo>
                <a:lnTo>
                  <a:pt x="985608" y="275590"/>
                </a:lnTo>
                <a:lnTo>
                  <a:pt x="1017510" y="275590"/>
                </a:lnTo>
                <a:lnTo>
                  <a:pt x="1017510" y="264160"/>
                </a:lnTo>
                <a:lnTo>
                  <a:pt x="1016228" y="260350"/>
                </a:lnTo>
                <a:lnTo>
                  <a:pt x="1011084" y="254000"/>
                </a:lnTo>
                <a:lnTo>
                  <a:pt x="1007211" y="251460"/>
                </a:lnTo>
                <a:close/>
              </a:path>
              <a:path w="1362710" h="594360">
                <a:moveTo>
                  <a:pt x="1175388" y="266511"/>
                </a:moveTo>
                <a:lnTo>
                  <a:pt x="1143088" y="266700"/>
                </a:lnTo>
                <a:lnTo>
                  <a:pt x="1175397" y="266700"/>
                </a:lnTo>
                <a:lnTo>
                  <a:pt x="1175388" y="266511"/>
                </a:lnTo>
                <a:close/>
              </a:path>
              <a:path w="1362710" h="594360">
                <a:moveTo>
                  <a:pt x="1360018" y="265430"/>
                </a:moveTo>
                <a:lnTo>
                  <a:pt x="1175388" y="266511"/>
                </a:lnTo>
                <a:lnTo>
                  <a:pt x="1175397" y="266700"/>
                </a:lnTo>
                <a:lnTo>
                  <a:pt x="1360105" y="266700"/>
                </a:lnTo>
                <a:lnTo>
                  <a:pt x="1360018" y="265430"/>
                </a:lnTo>
                <a:close/>
              </a:path>
              <a:path w="1362710" h="594360">
                <a:moveTo>
                  <a:pt x="1353475" y="222260"/>
                </a:moveTo>
                <a:lnTo>
                  <a:pt x="1127472" y="222260"/>
                </a:lnTo>
                <a:lnTo>
                  <a:pt x="1134764" y="224790"/>
                </a:lnTo>
                <a:lnTo>
                  <a:pt x="1141489" y="224790"/>
                </a:lnTo>
                <a:lnTo>
                  <a:pt x="1147617" y="226060"/>
                </a:lnTo>
                <a:lnTo>
                  <a:pt x="1174724" y="257810"/>
                </a:lnTo>
                <a:lnTo>
                  <a:pt x="1174836" y="260350"/>
                </a:lnTo>
                <a:lnTo>
                  <a:pt x="1175060" y="262890"/>
                </a:lnTo>
                <a:lnTo>
                  <a:pt x="1175284" y="264160"/>
                </a:lnTo>
                <a:lnTo>
                  <a:pt x="1175388" y="266511"/>
                </a:lnTo>
                <a:lnTo>
                  <a:pt x="1360018" y="265430"/>
                </a:lnTo>
                <a:lnTo>
                  <a:pt x="1358713" y="246380"/>
                </a:lnTo>
                <a:lnTo>
                  <a:pt x="1354665" y="227561"/>
                </a:lnTo>
                <a:lnTo>
                  <a:pt x="1353475" y="222260"/>
                </a:lnTo>
                <a:close/>
              </a:path>
            </a:pathLst>
          </a:custGeom>
          <a:solidFill>
            <a:srgbClr val="3F2B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7565" y="3801571"/>
            <a:ext cx="2499635" cy="65786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03471" y="4591516"/>
            <a:ext cx="11416030" cy="3738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890"/>
              </a:lnSpc>
              <a:spcBef>
                <a:spcPts val="100"/>
              </a:spcBef>
            </a:pPr>
            <a:r>
              <a:rPr dirty="0" sz="8600" spc="-315">
                <a:solidFill>
                  <a:srgbClr val="3F2BFF"/>
                </a:solidFill>
                <a:latin typeface="Lucida Sans Unicode"/>
                <a:cs typeface="Lucida Sans Unicode"/>
              </a:rPr>
              <a:t>EVENTURA:</a:t>
            </a:r>
            <a:r>
              <a:rPr dirty="0" sz="8600" spc="-400">
                <a:solidFill>
                  <a:srgbClr val="3F2BFF"/>
                </a:solidFill>
                <a:latin typeface="Lucida Sans Unicode"/>
                <a:cs typeface="Lucida Sans Unicode"/>
              </a:rPr>
              <a:t> </a:t>
            </a:r>
            <a:r>
              <a:rPr dirty="0" sz="8600" spc="195">
                <a:solidFill>
                  <a:srgbClr val="3F2BFF"/>
                </a:solidFill>
                <a:latin typeface="Lucida Sans Unicode"/>
                <a:cs typeface="Lucida Sans Unicode"/>
              </a:rPr>
              <a:t>One</a:t>
            </a:r>
            <a:endParaRPr sz="8600">
              <a:latin typeface="Lucida Sans Unicode"/>
              <a:cs typeface="Lucida Sans Unicode"/>
            </a:endParaRPr>
          </a:p>
          <a:p>
            <a:pPr marL="12700" marR="5080">
              <a:lnSpc>
                <a:spcPts val="9460"/>
              </a:lnSpc>
              <a:spcBef>
                <a:spcPts val="530"/>
              </a:spcBef>
            </a:pPr>
            <a:r>
              <a:rPr dirty="0" sz="8600" spc="130">
                <a:solidFill>
                  <a:srgbClr val="3F2BFF"/>
                </a:solidFill>
                <a:latin typeface="Lucida Sans Unicode"/>
                <a:cs typeface="Lucida Sans Unicode"/>
              </a:rPr>
              <a:t>Platform</a:t>
            </a:r>
            <a:r>
              <a:rPr dirty="0" sz="8600" spc="-484">
                <a:solidFill>
                  <a:srgbClr val="3F2BFF"/>
                </a:solidFill>
                <a:latin typeface="Lucida Sans Unicode"/>
                <a:cs typeface="Lucida Sans Unicode"/>
              </a:rPr>
              <a:t> </a:t>
            </a:r>
            <a:r>
              <a:rPr dirty="0" sz="8600" spc="-114">
                <a:solidFill>
                  <a:srgbClr val="3F2BFF"/>
                </a:solidFill>
                <a:latin typeface="Lucida Sans Unicode"/>
                <a:cs typeface="Lucida Sans Unicode"/>
              </a:rPr>
              <a:t>for</a:t>
            </a:r>
            <a:r>
              <a:rPr dirty="0" sz="8600" spc="-484">
                <a:solidFill>
                  <a:srgbClr val="3F2BFF"/>
                </a:solidFill>
                <a:latin typeface="Lucida Sans Unicode"/>
                <a:cs typeface="Lucida Sans Unicode"/>
              </a:rPr>
              <a:t> </a:t>
            </a:r>
            <a:r>
              <a:rPr dirty="0" sz="8600" spc="495">
                <a:solidFill>
                  <a:srgbClr val="3F2BFF"/>
                </a:solidFill>
                <a:latin typeface="Lucida Sans Unicode"/>
                <a:cs typeface="Lucida Sans Unicode"/>
              </a:rPr>
              <a:t>Campus </a:t>
            </a:r>
            <a:r>
              <a:rPr dirty="0" sz="8600" spc="120">
                <a:solidFill>
                  <a:srgbClr val="3F2BFF"/>
                </a:solidFill>
                <a:latin typeface="Lucida Sans Unicode"/>
                <a:cs typeface="Lucida Sans Unicode"/>
              </a:rPr>
              <a:t>Events</a:t>
            </a:r>
            <a:endParaRPr sz="86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5025" y="8895214"/>
            <a:ext cx="75577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65">
                <a:solidFill>
                  <a:srgbClr val="2F2D2E"/>
                </a:solidFill>
                <a:latin typeface="Lucida Sans Unicode"/>
                <a:cs typeface="Lucida Sans Unicode"/>
              </a:rPr>
              <a:t>College</a:t>
            </a:r>
            <a:r>
              <a:rPr dirty="0" sz="270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270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90">
                <a:solidFill>
                  <a:srgbClr val="2F2D2E"/>
                </a:solidFill>
                <a:latin typeface="Lucida Sans Unicode"/>
                <a:cs typeface="Lucida Sans Unicode"/>
              </a:rPr>
              <a:t>&amp;</a:t>
            </a:r>
            <a:r>
              <a:rPr dirty="0" sz="270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60">
                <a:solidFill>
                  <a:srgbClr val="2F2D2E"/>
                </a:solidFill>
                <a:latin typeface="Lucida Sans Unicode"/>
                <a:cs typeface="Lucida Sans Unicode"/>
              </a:rPr>
              <a:t>Club</a:t>
            </a:r>
            <a:r>
              <a:rPr dirty="0" sz="270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35">
                <a:solidFill>
                  <a:srgbClr val="2F2D2E"/>
                </a:solidFill>
                <a:latin typeface="Lucida Sans Unicode"/>
                <a:cs typeface="Lucida Sans Unicode"/>
              </a:rPr>
              <a:t>Management</a:t>
            </a:r>
            <a:r>
              <a:rPr dirty="0" sz="270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2F2D2E"/>
                </a:solidFill>
                <a:latin typeface="Lucida Sans Unicode"/>
                <a:cs typeface="Lucida Sans Unicode"/>
              </a:rPr>
              <a:t>Platform</a:t>
            </a:r>
            <a:endParaRPr sz="2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3476" y="6589637"/>
            <a:ext cx="10615930" cy="2537460"/>
          </a:xfrm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marL="12700" marR="5080">
              <a:lnSpc>
                <a:spcPts val="9460"/>
              </a:lnSpc>
              <a:spcBef>
                <a:spcPts val="1060"/>
              </a:spcBef>
            </a:pPr>
            <a:r>
              <a:rPr dirty="0" sz="8600" b="0">
                <a:solidFill>
                  <a:srgbClr val="FFFFFF"/>
                </a:solidFill>
                <a:latin typeface="Lucida Sans Unicode"/>
                <a:cs typeface="Lucida Sans Unicode"/>
              </a:rPr>
              <a:t>Introduction</a:t>
            </a:r>
            <a:r>
              <a:rPr dirty="0" sz="8600" spc="8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8600" spc="490" b="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sz="8600" spc="195" b="0">
                <a:solidFill>
                  <a:srgbClr val="FFFFFF"/>
                </a:solidFill>
                <a:latin typeface="Lucida Sans Unicode"/>
                <a:cs typeface="Lucida Sans Unicode"/>
              </a:rPr>
              <a:t>Problem</a:t>
            </a:r>
            <a:r>
              <a:rPr dirty="0" sz="8600" spc="-42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8600" spc="315" b="0">
                <a:solidFill>
                  <a:srgbClr val="FFFFFF"/>
                </a:solidFill>
                <a:latin typeface="Lucida Sans Unicode"/>
                <a:cs typeface="Lucida Sans Unicode"/>
              </a:rPr>
              <a:t>Statement</a:t>
            </a:r>
            <a:endParaRPr sz="8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905943" y="907275"/>
            <a:ext cx="539115" cy="539115"/>
          </a:xfrm>
          <a:custGeom>
            <a:avLst/>
            <a:gdLst/>
            <a:ahLst/>
            <a:cxnLst/>
            <a:rect l="l" t="t" r="r" b="b"/>
            <a:pathLst>
              <a:path w="539115" h="539115">
                <a:moveTo>
                  <a:pt x="269366" y="0"/>
                </a:moveTo>
                <a:lnTo>
                  <a:pt x="220951" y="4340"/>
                </a:lnTo>
                <a:lnTo>
                  <a:pt x="175381" y="16853"/>
                </a:lnTo>
                <a:lnTo>
                  <a:pt x="133417" y="36779"/>
                </a:lnTo>
                <a:lnTo>
                  <a:pt x="95822" y="63355"/>
                </a:lnTo>
                <a:lnTo>
                  <a:pt x="63355" y="95822"/>
                </a:lnTo>
                <a:lnTo>
                  <a:pt x="36779" y="133417"/>
                </a:lnTo>
                <a:lnTo>
                  <a:pt x="16853" y="175381"/>
                </a:lnTo>
                <a:lnTo>
                  <a:pt x="4340" y="220951"/>
                </a:lnTo>
                <a:lnTo>
                  <a:pt x="0" y="269367"/>
                </a:lnTo>
                <a:lnTo>
                  <a:pt x="4340" y="317782"/>
                </a:lnTo>
                <a:lnTo>
                  <a:pt x="16853" y="363352"/>
                </a:lnTo>
                <a:lnTo>
                  <a:pt x="36779" y="405316"/>
                </a:lnTo>
                <a:lnTo>
                  <a:pt x="63355" y="442911"/>
                </a:lnTo>
                <a:lnTo>
                  <a:pt x="95822" y="475378"/>
                </a:lnTo>
                <a:lnTo>
                  <a:pt x="133417" y="501954"/>
                </a:lnTo>
                <a:lnTo>
                  <a:pt x="175381" y="521880"/>
                </a:lnTo>
                <a:lnTo>
                  <a:pt x="220951" y="534393"/>
                </a:lnTo>
                <a:lnTo>
                  <a:pt x="269366" y="538734"/>
                </a:lnTo>
                <a:lnTo>
                  <a:pt x="317782" y="534393"/>
                </a:lnTo>
                <a:lnTo>
                  <a:pt x="363352" y="521880"/>
                </a:lnTo>
                <a:lnTo>
                  <a:pt x="405316" y="501954"/>
                </a:lnTo>
                <a:lnTo>
                  <a:pt x="442911" y="475378"/>
                </a:lnTo>
                <a:lnTo>
                  <a:pt x="475378" y="442911"/>
                </a:lnTo>
                <a:lnTo>
                  <a:pt x="501954" y="405316"/>
                </a:lnTo>
                <a:lnTo>
                  <a:pt x="521880" y="363352"/>
                </a:lnTo>
                <a:lnTo>
                  <a:pt x="534393" y="317782"/>
                </a:lnTo>
                <a:lnTo>
                  <a:pt x="538733" y="269367"/>
                </a:lnTo>
                <a:lnTo>
                  <a:pt x="534393" y="220951"/>
                </a:lnTo>
                <a:lnTo>
                  <a:pt x="521880" y="175381"/>
                </a:lnTo>
                <a:lnTo>
                  <a:pt x="501954" y="133417"/>
                </a:lnTo>
                <a:lnTo>
                  <a:pt x="475378" y="95822"/>
                </a:lnTo>
                <a:lnTo>
                  <a:pt x="442911" y="63355"/>
                </a:lnTo>
                <a:lnTo>
                  <a:pt x="405316" y="36779"/>
                </a:lnTo>
                <a:lnTo>
                  <a:pt x="363352" y="16853"/>
                </a:lnTo>
                <a:lnTo>
                  <a:pt x="317782" y="4340"/>
                </a:lnTo>
                <a:lnTo>
                  <a:pt x="269366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36835" y="1036839"/>
            <a:ext cx="2743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3F2BFF"/>
                </a:solidFill>
                <a:latin typeface="Trebuchet MS"/>
                <a:cs typeface="Trebuchet MS"/>
              </a:rPr>
              <a:t>02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62050" y="907096"/>
            <a:ext cx="4185920" cy="530225"/>
          </a:xfrm>
          <a:custGeom>
            <a:avLst/>
            <a:gdLst/>
            <a:ahLst/>
            <a:cxnLst/>
            <a:rect l="l" t="t" r="r" b="b"/>
            <a:pathLst>
              <a:path w="4185920" h="530225">
                <a:moveTo>
                  <a:pt x="3752202" y="0"/>
                </a:moveTo>
                <a:lnTo>
                  <a:pt x="433324" y="0"/>
                </a:lnTo>
                <a:lnTo>
                  <a:pt x="358717" y="2421"/>
                </a:lnTo>
                <a:lnTo>
                  <a:pt x="292001" y="9474"/>
                </a:lnTo>
                <a:lnTo>
                  <a:pt x="232909" y="20842"/>
                </a:lnTo>
                <a:lnTo>
                  <a:pt x="181173" y="36208"/>
                </a:lnTo>
                <a:lnTo>
                  <a:pt x="136526" y="55255"/>
                </a:lnTo>
                <a:lnTo>
                  <a:pt x="98699" y="77668"/>
                </a:lnTo>
                <a:lnTo>
                  <a:pt x="67426" y="103129"/>
                </a:lnTo>
                <a:lnTo>
                  <a:pt x="23470" y="161929"/>
                </a:lnTo>
                <a:lnTo>
                  <a:pt x="2518" y="229122"/>
                </a:lnTo>
                <a:lnTo>
                  <a:pt x="0" y="265074"/>
                </a:lnTo>
                <a:lnTo>
                  <a:pt x="2518" y="301029"/>
                </a:lnTo>
                <a:lnTo>
                  <a:pt x="23470" y="368226"/>
                </a:lnTo>
                <a:lnTo>
                  <a:pt x="67426" y="427029"/>
                </a:lnTo>
                <a:lnTo>
                  <a:pt x="98699" y="452491"/>
                </a:lnTo>
                <a:lnTo>
                  <a:pt x="136526" y="474904"/>
                </a:lnTo>
                <a:lnTo>
                  <a:pt x="181173" y="493952"/>
                </a:lnTo>
                <a:lnTo>
                  <a:pt x="232909" y="509319"/>
                </a:lnTo>
                <a:lnTo>
                  <a:pt x="292001" y="520687"/>
                </a:lnTo>
                <a:lnTo>
                  <a:pt x="358717" y="527740"/>
                </a:lnTo>
                <a:lnTo>
                  <a:pt x="433324" y="530161"/>
                </a:lnTo>
                <a:lnTo>
                  <a:pt x="3752202" y="530161"/>
                </a:lnTo>
                <a:lnTo>
                  <a:pt x="3826809" y="527740"/>
                </a:lnTo>
                <a:lnTo>
                  <a:pt x="3893524" y="520687"/>
                </a:lnTo>
                <a:lnTo>
                  <a:pt x="3952616" y="509319"/>
                </a:lnTo>
                <a:lnTo>
                  <a:pt x="4004352" y="493952"/>
                </a:lnTo>
                <a:lnTo>
                  <a:pt x="4049000" y="474904"/>
                </a:lnTo>
                <a:lnTo>
                  <a:pt x="4086826" y="452491"/>
                </a:lnTo>
                <a:lnTo>
                  <a:pt x="4118099" y="427029"/>
                </a:lnTo>
                <a:lnTo>
                  <a:pt x="4162055" y="368226"/>
                </a:lnTo>
                <a:lnTo>
                  <a:pt x="4183007" y="301029"/>
                </a:lnTo>
                <a:lnTo>
                  <a:pt x="4185526" y="265074"/>
                </a:lnTo>
                <a:lnTo>
                  <a:pt x="4183007" y="229122"/>
                </a:lnTo>
                <a:lnTo>
                  <a:pt x="4162055" y="161929"/>
                </a:lnTo>
                <a:lnTo>
                  <a:pt x="4118099" y="103129"/>
                </a:lnTo>
                <a:lnTo>
                  <a:pt x="4086826" y="77668"/>
                </a:lnTo>
                <a:lnTo>
                  <a:pt x="4049000" y="55255"/>
                </a:lnTo>
                <a:lnTo>
                  <a:pt x="4004352" y="36208"/>
                </a:lnTo>
                <a:lnTo>
                  <a:pt x="3952616" y="20842"/>
                </a:lnTo>
                <a:lnTo>
                  <a:pt x="3893524" y="9474"/>
                </a:lnTo>
                <a:lnTo>
                  <a:pt x="3826809" y="2421"/>
                </a:lnTo>
                <a:lnTo>
                  <a:pt x="3752202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19634" y="1036839"/>
            <a:ext cx="38646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Introduction</a:t>
            </a:r>
            <a:r>
              <a:rPr dirty="0" sz="1600" spc="-130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70" b="1">
                <a:solidFill>
                  <a:srgbClr val="3F2BFF"/>
                </a:solidFill>
                <a:latin typeface="Trebuchet MS"/>
                <a:cs typeface="Trebuchet MS"/>
              </a:rPr>
              <a:t>and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95" b="1">
                <a:solidFill>
                  <a:srgbClr val="3F2BFF"/>
                </a:solidFill>
                <a:latin typeface="Trebuchet MS"/>
                <a:cs typeface="Trebuchet MS"/>
              </a:rPr>
              <a:t>Problem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00" b="1">
                <a:solidFill>
                  <a:srgbClr val="3F2BFF"/>
                </a:solidFill>
                <a:latin typeface="Trebuchet MS"/>
                <a:cs typeface="Trebuchet MS"/>
              </a:rPr>
              <a:t>Statement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932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350" spc="-155" b="0">
                <a:latin typeface="Lucida Sans Unicode"/>
                <a:cs typeface="Lucida Sans Unicode"/>
              </a:rPr>
              <a:t>Title</a:t>
            </a:r>
            <a:r>
              <a:rPr dirty="0" sz="6350" spc="-325" b="0">
                <a:latin typeface="Lucida Sans Unicode"/>
                <a:cs typeface="Lucida Sans Unicode"/>
              </a:rPr>
              <a:t> </a:t>
            </a:r>
            <a:r>
              <a:rPr dirty="0" sz="6350" spc="120" b="0">
                <a:latin typeface="Lucida Sans Unicode"/>
                <a:cs typeface="Lucida Sans Unicode"/>
              </a:rPr>
              <a:t>And</a:t>
            </a:r>
            <a:r>
              <a:rPr dirty="0" sz="6350" spc="-320" b="0">
                <a:latin typeface="Lucida Sans Unicode"/>
                <a:cs typeface="Lucida Sans Unicode"/>
              </a:rPr>
              <a:t> </a:t>
            </a:r>
            <a:r>
              <a:rPr dirty="0" sz="6350" spc="-10" b="0">
                <a:latin typeface="Lucida Sans Unicode"/>
                <a:cs typeface="Lucida Sans Unicode"/>
              </a:rPr>
              <a:t>Vision</a:t>
            </a:r>
            <a:endParaRPr sz="6350">
              <a:latin typeface="Lucida Sans Unicode"/>
              <a:cs typeface="Lucida Sans Unicod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16172" y="3710197"/>
            <a:ext cx="1181100" cy="1002030"/>
            <a:chOff x="916172" y="3710197"/>
            <a:chExt cx="1181100" cy="1002030"/>
          </a:xfrm>
        </p:grpSpPr>
        <p:sp>
          <p:nvSpPr>
            <p:cNvPr id="30" name="object 30"/>
            <p:cNvSpPr/>
            <p:nvPr/>
          </p:nvSpPr>
          <p:spPr>
            <a:xfrm>
              <a:off x="916165" y="3710203"/>
              <a:ext cx="1181100" cy="927100"/>
            </a:xfrm>
            <a:custGeom>
              <a:avLst/>
              <a:gdLst/>
              <a:ahLst/>
              <a:cxnLst/>
              <a:rect l="l" t="t" r="r" b="b"/>
              <a:pathLst>
                <a:path w="1181100" h="927100">
                  <a:moveTo>
                    <a:pt x="1180922" y="790054"/>
                  </a:moveTo>
                  <a:lnTo>
                    <a:pt x="1174699" y="783831"/>
                  </a:lnTo>
                  <a:lnTo>
                    <a:pt x="1153261" y="783831"/>
                  </a:lnTo>
                  <a:lnTo>
                    <a:pt x="1153261" y="811504"/>
                  </a:lnTo>
                  <a:lnTo>
                    <a:pt x="1153261" y="899363"/>
                  </a:lnTo>
                  <a:lnTo>
                    <a:pt x="869607" y="899363"/>
                  </a:lnTo>
                  <a:lnTo>
                    <a:pt x="869607" y="830872"/>
                  </a:lnTo>
                  <a:lnTo>
                    <a:pt x="863384" y="824649"/>
                  </a:lnTo>
                  <a:lnTo>
                    <a:pt x="800430" y="824649"/>
                  </a:lnTo>
                  <a:lnTo>
                    <a:pt x="800430" y="811504"/>
                  </a:lnTo>
                  <a:lnTo>
                    <a:pt x="888288" y="811504"/>
                  </a:lnTo>
                  <a:lnTo>
                    <a:pt x="892441" y="811504"/>
                  </a:lnTo>
                  <a:lnTo>
                    <a:pt x="1153261" y="811504"/>
                  </a:lnTo>
                  <a:lnTo>
                    <a:pt x="1153261" y="783831"/>
                  </a:lnTo>
                  <a:lnTo>
                    <a:pt x="1105509" y="783831"/>
                  </a:lnTo>
                  <a:lnTo>
                    <a:pt x="1105509" y="589267"/>
                  </a:lnTo>
                  <a:lnTo>
                    <a:pt x="1106893" y="588048"/>
                  </a:lnTo>
                  <a:lnTo>
                    <a:pt x="1106893" y="586689"/>
                  </a:lnTo>
                  <a:lnTo>
                    <a:pt x="1106906" y="577672"/>
                  </a:lnTo>
                  <a:lnTo>
                    <a:pt x="1105509" y="576453"/>
                  </a:lnTo>
                  <a:lnTo>
                    <a:pt x="1105509" y="374103"/>
                  </a:lnTo>
                  <a:lnTo>
                    <a:pt x="1106893" y="372884"/>
                  </a:lnTo>
                  <a:lnTo>
                    <a:pt x="1106893" y="371538"/>
                  </a:lnTo>
                  <a:lnTo>
                    <a:pt x="1106906" y="362521"/>
                  </a:lnTo>
                  <a:lnTo>
                    <a:pt x="1105509" y="361302"/>
                  </a:lnTo>
                  <a:lnTo>
                    <a:pt x="1105509" y="166039"/>
                  </a:lnTo>
                  <a:lnTo>
                    <a:pt x="1105509" y="157949"/>
                  </a:lnTo>
                  <a:lnTo>
                    <a:pt x="1106906" y="156349"/>
                  </a:lnTo>
                  <a:lnTo>
                    <a:pt x="1106906" y="147358"/>
                  </a:lnTo>
                  <a:lnTo>
                    <a:pt x="1105509" y="145961"/>
                  </a:lnTo>
                  <a:lnTo>
                    <a:pt x="1105509" y="144589"/>
                  </a:lnTo>
                  <a:lnTo>
                    <a:pt x="1099286" y="138366"/>
                  </a:lnTo>
                  <a:lnTo>
                    <a:pt x="1097407" y="138366"/>
                  </a:lnTo>
                  <a:lnTo>
                    <a:pt x="1095832" y="136982"/>
                  </a:lnTo>
                  <a:lnTo>
                    <a:pt x="1094359" y="137096"/>
                  </a:lnTo>
                  <a:lnTo>
                    <a:pt x="1077836" y="125209"/>
                  </a:lnTo>
                  <a:lnTo>
                    <a:pt x="1077836" y="188506"/>
                  </a:lnTo>
                  <a:lnTo>
                    <a:pt x="1077836" y="331749"/>
                  </a:lnTo>
                  <a:lnTo>
                    <a:pt x="1077836" y="403669"/>
                  </a:lnTo>
                  <a:lnTo>
                    <a:pt x="1077836" y="546912"/>
                  </a:lnTo>
                  <a:lnTo>
                    <a:pt x="1077836" y="618820"/>
                  </a:lnTo>
                  <a:lnTo>
                    <a:pt x="1077836" y="762063"/>
                  </a:lnTo>
                  <a:lnTo>
                    <a:pt x="1059891" y="742353"/>
                  </a:lnTo>
                  <a:lnTo>
                    <a:pt x="1059891" y="783831"/>
                  </a:lnTo>
                  <a:lnTo>
                    <a:pt x="927671" y="783831"/>
                  </a:lnTo>
                  <a:lnTo>
                    <a:pt x="993775" y="711187"/>
                  </a:lnTo>
                  <a:lnTo>
                    <a:pt x="1059891" y="783831"/>
                  </a:lnTo>
                  <a:lnTo>
                    <a:pt x="1059891" y="742353"/>
                  </a:lnTo>
                  <a:lnTo>
                    <a:pt x="1012647" y="690448"/>
                  </a:lnTo>
                  <a:lnTo>
                    <a:pt x="1077836" y="618820"/>
                  </a:lnTo>
                  <a:lnTo>
                    <a:pt x="1077836" y="546912"/>
                  </a:lnTo>
                  <a:lnTo>
                    <a:pt x="1072794" y="541375"/>
                  </a:lnTo>
                  <a:lnTo>
                    <a:pt x="1072794" y="582866"/>
                  </a:lnTo>
                  <a:lnTo>
                    <a:pt x="993775" y="669709"/>
                  </a:lnTo>
                  <a:lnTo>
                    <a:pt x="974902" y="648970"/>
                  </a:lnTo>
                  <a:lnTo>
                    <a:pt x="974902" y="690448"/>
                  </a:lnTo>
                  <a:lnTo>
                    <a:pt x="909726" y="762076"/>
                  </a:lnTo>
                  <a:lnTo>
                    <a:pt x="909726" y="618807"/>
                  </a:lnTo>
                  <a:lnTo>
                    <a:pt x="974902" y="690448"/>
                  </a:lnTo>
                  <a:lnTo>
                    <a:pt x="974902" y="648970"/>
                  </a:lnTo>
                  <a:lnTo>
                    <a:pt x="914768" y="582866"/>
                  </a:lnTo>
                  <a:lnTo>
                    <a:pt x="993787" y="496036"/>
                  </a:lnTo>
                  <a:lnTo>
                    <a:pt x="1072794" y="582866"/>
                  </a:lnTo>
                  <a:lnTo>
                    <a:pt x="1072794" y="541375"/>
                  </a:lnTo>
                  <a:lnTo>
                    <a:pt x="1012659" y="475297"/>
                  </a:lnTo>
                  <a:lnTo>
                    <a:pt x="1077836" y="403669"/>
                  </a:lnTo>
                  <a:lnTo>
                    <a:pt x="1077836" y="331749"/>
                  </a:lnTo>
                  <a:lnTo>
                    <a:pt x="1072807" y="326224"/>
                  </a:lnTo>
                  <a:lnTo>
                    <a:pt x="1072807" y="367715"/>
                  </a:lnTo>
                  <a:lnTo>
                    <a:pt x="993787" y="454558"/>
                  </a:lnTo>
                  <a:lnTo>
                    <a:pt x="974915" y="433819"/>
                  </a:lnTo>
                  <a:lnTo>
                    <a:pt x="974915" y="475297"/>
                  </a:lnTo>
                  <a:lnTo>
                    <a:pt x="909726" y="546925"/>
                  </a:lnTo>
                  <a:lnTo>
                    <a:pt x="909726" y="403656"/>
                  </a:lnTo>
                  <a:lnTo>
                    <a:pt x="974915" y="475297"/>
                  </a:lnTo>
                  <a:lnTo>
                    <a:pt x="974915" y="433819"/>
                  </a:lnTo>
                  <a:lnTo>
                    <a:pt x="914768" y="367715"/>
                  </a:lnTo>
                  <a:lnTo>
                    <a:pt x="993775" y="280873"/>
                  </a:lnTo>
                  <a:lnTo>
                    <a:pt x="1072807" y="367715"/>
                  </a:lnTo>
                  <a:lnTo>
                    <a:pt x="1072807" y="326224"/>
                  </a:lnTo>
                  <a:lnTo>
                    <a:pt x="1012659" y="260134"/>
                  </a:lnTo>
                  <a:lnTo>
                    <a:pt x="1077836" y="188506"/>
                  </a:lnTo>
                  <a:lnTo>
                    <a:pt x="1077836" y="125209"/>
                  </a:lnTo>
                  <a:lnTo>
                    <a:pt x="1060513" y="112750"/>
                  </a:lnTo>
                  <a:lnTo>
                    <a:pt x="1060513" y="166039"/>
                  </a:lnTo>
                  <a:lnTo>
                    <a:pt x="993775" y="239382"/>
                  </a:lnTo>
                  <a:lnTo>
                    <a:pt x="974902" y="218643"/>
                  </a:lnTo>
                  <a:lnTo>
                    <a:pt x="974902" y="260134"/>
                  </a:lnTo>
                  <a:lnTo>
                    <a:pt x="909726" y="331762"/>
                  </a:lnTo>
                  <a:lnTo>
                    <a:pt x="909726" y="234530"/>
                  </a:lnTo>
                  <a:lnTo>
                    <a:pt x="909726" y="218617"/>
                  </a:lnTo>
                  <a:lnTo>
                    <a:pt x="909726" y="188493"/>
                  </a:lnTo>
                  <a:lnTo>
                    <a:pt x="974902" y="260134"/>
                  </a:lnTo>
                  <a:lnTo>
                    <a:pt x="974902" y="218643"/>
                  </a:lnTo>
                  <a:lnTo>
                    <a:pt x="927049" y="166039"/>
                  </a:lnTo>
                  <a:lnTo>
                    <a:pt x="1060513" y="166039"/>
                  </a:lnTo>
                  <a:lnTo>
                    <a:pt x="1060513" y="112750"/>
                  </a:lnTo>
                  <a:lnTo>
                    <a:pt x="1048791" y="104317"/>
                  </a:lnTo>
                  <a:lnTo>
                    <a:pt x="1048791" y="138366"/>
                  </a:lnTo>
                  <a:lnTo>
                    <a:pt x="913879" y="138366"/>
                  </a:lnTo>
                  <a:lnTo>
                    <a:pt x="913879" y="41148"/>
                  </a:lnTo>
                  <a:lnTo>
                    <a:pt x="1048791" y="138366"/>
                  </a:lnTo>
                  <a:lnTo>
                    <a:pt x="1048791" y="104317"/>
                  </a:lnTo>
                  <a:lnTo>
                    <a:pt x="942276" y="27673"/>
                  </a:lnTo>
                  <a:lnTo>
                    <a:pt x="913879" y="7251"/>
                  </a:lnTo>
                  <a:lnTo>
                    <a:pt x="913879" y="6235"/>
                  </a:lnTo>
                  <a:lnTo>
                    <a:pt x="907656" y="0"/>
                  </a:lnTo>
                  <a:lnTo>
                    <a:pt x="902817" y="0"/>
                  </a:lnTo>
                  <a:lnTo>
                    <a:pt x="892441" y="0"/>
                  </a:lnTo>
                  <a:lnTo>
                    <a:pt x="886218" y="0"/>
                  </a:lnTo>
                  <a:lnTo>
                    <a:pt x="886218" y="27673"/>
                  </a:lnTo>
                  <a:lnTo>
                    <a:pt x="886218" y="138366"/>
                  </a:lnTo>
                  <a:lnTo>
                    <a:pt x="882053" y="138366"/>
                  </a:lnTo>
                  <a:lnTo>
                    <a:pt x="882053" y="166039"/>
                  </a:lnTo>
                  <a:lnTo>
                    <a:pt x="882053" y="213080"/>
                  </a:lnTo>
                  <a:lnTo>
                    <a:pt x="882053" y="240753"/>
                  </a:lnTo>
                  <a:lnTo>
                    <a:pt x="882053" y="361302"/>
                  </a:lnTo>
                  <a:lnTo>
                    <a:pt x="880668" y="362521"/>
                  </a:lnTo>
                  <a:lnTo>
                    <a:pt x="880668" y="371513"/>
                  </a:lnTo>
                  <a:lnTo>
                    <a:pt x="880681" y="372884"/>
                  </a:lnTo>
                  <a:lnTo>
                    <a:pt x="882053" y="374091"/>
                  </a:lnTo>
                  <a:lnTo>
                    <a:pt x="882053" y="576453"/>
                  </a:lnTo>
                  <a:lnTo>
                    <a:pt x="880668" y="577672"/>
                  </a:lnTo>
                  <a:lnTo>
                    <a:pt x="880668" y="586663"/>
                  </a:lnTo>
                  <a:lnTo>
                    <a:pt x="880681" y="588048"/>
                  </a:lnTo>
                  <a:lnTo>
                    <a:pt x="882053" y="589254"/>
                  </a:lnTo>
                  <a:lnTo>
                    <a:pt x="882053" y="783831"/>
                  </a:lnTo>
                  <a:lnTo>
                    <a:pt x="778979" y="783831"/>
                  </a:lnTo>
                  <a:lnTo>
                    <a:pt x="772756" y="790054"/>
                  </a:lnTo>
                  <a:lnTo>
                    <a:pt x="772756" y="846099"/>
                  </a:lnTo>
                  <a:lnTo>
                    <a:pt x="778979" y="852322"/>
                  </a:lnTo>
                  <a:lnTo>
                    <a:pt x="841933" y="852322"/>
                  </a:lnTo>
                  <a:lnTo>
                    <a:pt x="841933" y="899363"/>
                  </a:lnTo>
                  <a:lnTo>
                    <a:pt x="357670" y="899363"/>
                  </a:lnTo>
                  <a:lnTo>
                    <a:pt x="357670" y="852322"/>
                  </a:lnTo>
                  <a:lnTo>
                    <a:pt x="420624" y="852322"/>
                  </a:lnTo>
                  <a:lnTo>
                    <a:pt x="426847" y="846099"/>
                  </a:lnTo>
                  <a:lnTo>
                    <a:pt x="426847" y="811504"/>
                  </a:lnTo>
                  <a:lnTo>
                    <a:pt x="426847" y="790054"/>
                  </a:lnTo>
                  <a:lnTo>
                    <a:pt x="420624" y="783831"/>
                  </a:lnTo>
                  <a:lnTo>
                    <a:pt x="399173" y="783831"/>
                  </a:lnTo>
                  <a:lnTo>
                    <a:pt x="399173" y="811504"/>
                  </a:lnTo>
                  <a:lnTo>
                    <a:pt x="399173" y="824649"/>
                  </a:lnTo>
                  <a:lnTo>
                    <a:pt x="336219" y="824649"/>
                  </a:lnTo>
                  <a:lnTo>
                    <a:pt x="329996" y="830872"/>
                  </a:lnTo>
                  <a:lnTo>
                    <a:pt x="329996" y="899363"/>
                  </a:lnTo>
                  <a:lnTo>
                    <a:pt x="27673" y="899363"/>
                  </a:lnTo>
                  <a:lnTo>
                    <a:pt x="27673" y="811504"/>
                  </a:lnTo>
                  <a:lnTo>
                    <a:pt x="80937" y="811504"/>
                  </a:lnTo>
                  <a:lnTo>
                    <a:pt x="85775" y="811504"/>
                  </a:lnTo>
                  <a:lnTo>
                    <a:pt x="399173" y="811504"/>
                  </a:lnTo>
                  <a:lnTo>
                    <a:pt x="399173" y="783831"/>
                  </a:lnTo>
                  <a:lnTo>
                    <a:pt x="298856" y="783831"/>
                  </a:lnTo>
                  <a:lnTo>
                    <a:pt x="298856" y="588670"/>
                  </a:lnTo>
                  <a:lnTo>
                    <a:pt x="299554" y="588048"/>
                  </a:lnTo>
                  <a:lnTo>
                    <a:pt x="299593" y="587400"/>
                  </a:lnTo>
                  <a:lnTo>
                    <a:pt x="300240" y="586663"/>
                  </a:lnTo>
                  <a:lnTo>
                    <a:pt x="299948" y="582866"/>
                  </a:lnTo>
                  <a:lnTo>
                    <a:pt x="300240" y="579056"/>
                  </a:lnTo>
                  <a:lnTo>
                    <a:pt x="299593" y="578345"/>
                  </a:lnTo>
                  <a:lnTo>
                    <a:pt x="299554" y="577672"/>
                  </a:lnTo>
                  <a:lnTo>
                    <a:pt x="298856" y="577062"/>
                  </a:lnTo>
                  <a:lnTo>
                    <a:pt x="298856" y="373507"/>
                  </a:lnTo>
                  <a:lnTo>
                    <a:pt x="299554" y="372884"/>
                  </a:lnTo>
                  <a:lnTo>
                    <a:pt x="299593" y="372249"/>
                  </a:lnTo>
                  <a:lnTo>
                    <a:pt x="300240" y="371513"/>
                  </a:lnTo>
                  <a:lnTo>
                    <a:pt x="299948" y="367703"/>
                  </a:lnTo>
                  <a:lnTo>
                    <a:pt x="300240" y="363893"/>
                  </a:lnTo>
                  <a:lnTo>
                    <a:pt x="299593" y="363169"/>
                  </a:lnTo>
                  <a:lnTo>
                    <a:pt x="299554" y="362521"/>
                  </a:lnTo>
                  <a:lnTo>
                    <a:pt x="298856" y="361911"/>
                  </a:lnTo>
                  <a:lnTo>
                    <a:pt x="298856" y="240753"/>
                  </a:lnTo>
                  <a:lnTo>
                    <a:pt x="882053" y="240753"/>
                  </a:lnTo>
                  <a:lnTo>
                    <a:pt x="882053" y="213080"/>
                  </a:lnTo>
                  <a:lnTo>
                    <a:pt x="298856" y="213080"/>
                  </a:lnTo>
                  <a:lnTo>
                    <a:pt x="298856" y="166039"/>
                  </a:lnTo>
                  <a:lnTo>
                    <a:pt x="395719" y="166039"/>
                  </a:lnTo>
                  <a:lnTo>
                    <a:pt x="403326" y="166039"/>
                  </a:lnTo>
                  <a:lnTo>
                    <a:pt x="882053" y="166039"/>
                  </a:lnTo>
                  <a:lnTo>
                    <a:pt x="882053" y="138366"/>
                  </a:lnTo>
                  <a:lnTo>
                    <a:pt x="789355" y="138366"/>
                  </a:lnTo>
                  <a:lnTo>
                    <a:pt x="789355" y="27673"/>
                  </a:lnTo>
                  <a:lnTo>
                    <a:pt x="886218" y="27673"/>
                  </a:lnTo>
                  <a:lnTo>
                    <a:pt x="886218" y="0"/>
                  </a:lnTo>
                  <a:lnTo>
                    <a:pt x="783132" y="0"/>
                  </a:lnTo>
                  <a:lnTo>
                    <a:pt x="767918" y="0"/>
                  </a:lnTo>
                  <a:lnTo>
                    <a:pt x="761695" y="0"/>
                  </a:lnTo>
                  <a:lnTo>
                    <a:pt x="761695" y="27673"/>
                  </a:lnTo>
                  <a:lnTo>
                    <a:pt x="761695" y="138366"/>
                  </a:lnTo>
                  <a:lnTo>
                    <a:pt x="665518" y="138366"/>
                  </a:lnTo>
                  <a:lnTo>
                    <a:pt x="665518" y="27673"/>
                  </a:lnTo>
                  <a:lnTo>
                    <a:pt x="761695" y="27673"/>
                  </a:lnTo>
                  <a:lnTo>
                    <a:pt x="761695" y="0"/>
                  </a:lnTo>
                  <a:lnTo>
                    <a:pt x="659295" y="0"/>
                  </a:lnTo>
                  <a:lnTo>
                    <a:pt x="644080" y="0"/>
                  </a:lnTo>
                  <a:lnTo>
                    <a:pt x="637857" y="0"/>
                  </a:lnTo>
                  <a:lnTo>
                    <a:pt x="637857" y="27673"/>
                  </a:lnTo>
                  <a:lnTo>
                    <a:pt x="637857" y="138366"/>
                  </a:lnTo>
                  <a:lnTo>
                    <a:pt x="540994" y="138366"/>
                  </a:lnTo>
                  <a:lnTo>
                    <a:pt x="540994" y="27673"/>
                  </a:lnTo>
                  <a:lnTo>
                    <a:pt x="637857" y="27673"/>
                  </a:lnTo>
                  <a:lnTo>
                    <a:pt x="637857" y="0"/>
                  </a:lnTo>
                  <a:lnTo>
                    <a:pt x="534771" y="0"/>
                  </a:lnTo>
                  <a:lnTo>
                    <a:pt x="519557" y="0"/>
                  </a:lnTo>
                  <a:lnTo>
                    <a:pt x="513334" y="0"/>
                  </a:lnTo>
                  <a:lnTo>
                    <a:pt x="513334" y="27673"/>
                  </a:lnTo>
                  <a:lnTo>
                    <a:pt x="513334" y="138366"/>
                  </a:lnTo>
                  <a:lnTo>
                    <a:pt x="417156" y="138366"/>
                  </a:lnTo>
                  <a:lnTo>
                    <a:pt x="417156" y="27673"/>
                  </a:lnTo>
                  <a:lnTo>
                    <a:pt x="513334" y="27673"/>
                  </a:lnTo>
                  <a:lnTo>
                    <a:pt x="513334" y="0"/>
                  </a:lnTo>
                  <a:lnTo>
                    <a:pt x="410933" y="0"/>
                  </a:lnTo>
                  <a:lnTo>
                    <a:pt x="395719" y="0"/>
                  </a:lnTo>
                  <a:lnTo>
                    <a:pt x="389496" y="0"/>
                  </a:lnTo>
                  <a:lnTo>
                    <a:pt x="389496" y="27673"/>
                  </a:lnTo>
                  <a:lnTo>
                    <a:pt x="389496" y="138366"/>
                  </a:lnTo>
                  <a:lnTo>
                    <a:pt x="292633" y="138366"/>
                  </a:lnTo>
                  <a:lnTo>
                    <a:pt x="292633" y="27673"/>
                  </a:lnTo>
                  <a:lnTo>
                    <a:pt x="389496" y="27673"/>
                  </a:lnTo>
                  <a:lnTo>
                    <a:pt x="389496" y="0"/>
                  </a:lnTo>
                  <a:lnTo>
                    <a:pt x="286410" y="0"/>
                  </a:lnTo>
                  <a:lnTo>
                    <a:pt x="276021" y="0"/>
                  </a:lnTo>
                  <a:lnTo>
                    <a:pt x="271195" y="0"/>
                  </a:lnTo>
                  <a:lnTo>
                    <a:pt x="271195" y="188404"/>
                  </a:lnTo>
                  <a:lnTo>
                    <a:pt x="271195" y="218617"/>
                  </a:lnTo>
                  <a:lnTo>
                    <a:pt x="271183" y="234530"/>
                  </a:lnTo>
                  <a:lnTo>
                    <a:pt x="271195" y="331851"/>
                  </a:lnTo>
                  <a:lnTo>
                    <a:pt x="271195" y="403567"/>
                  </a:lnTo>
                  <a:lnTo>
                    <a:pt x="271195" y="547014"/>
                  </a:lnTo>
                  <a:lnTo>
                    <a:pt x="271195" y="618718"/>
                  </a:lnTo>
                  <a:lnTo>
                    <a:pt x="271195" y="762165"/>
                  </a:lnTo>
                  <a:lnTo>
                    <a:pt x="253238" y="742505"/>
                  </a:lnTo>
                  <a:lnTo>
                    <a:pt x="253238" y="783831"/>
                  </a:lnTo>
                  <a:lnTo>
                    <a:pt x="120396" y="783831"/>
                  </a:lnTo>
                  <a:lnTo>
                    <a:pt x="186931" y="710984"/>
                  </a:lnTo>
                  <a:lnTo>
                    <a:pt x="253238" y="783831"/>
                  </a:lnTo>
                  <a:lnTo>
                    <a:pt x="253238" y="742505"/>
                  </a:lnTo>
                  <a:lnTo>
                    <a:pt x="205689" y="690448"/>
                  </a:lnTo>
                  <a:lnTo>
                    <a:pt x="271195" y="618718"/>
                  </a:lnTo>
                  <a:lnTo>
                    <a:pt x="271195" y="547014"/>
                  </a:lnTo>
                  <a:lnTo>
                    <a:pt x="266128" y="541477"/>
                  </a:lnTo>
                  <a:lnTo>
                    <a:pt x="266128" y="582866"/>
                  </a:lnTo>
                  <a:lnTo>
                    <a:pt x="186931" y="669899"/>
                  </a:lnTo>
                  <a:lnTo>
                    <a:pt x="168236" y="649439"/>
                  </a:lnTo>
                  <a:lnTo>
                    <a:pt x="168236" y="690435"/>
                  </a:lnTo>
                  <a:lnTo>
                    <a:pt x="102387" y="762812"/>
                  </a:lnTo>
                  <a:lnTo>
                    <a:pt x="102387" y="618058"/>
                  </a:lnTo>
                  <a:lnTo>
                    <a:pt x="168236" y="690435"/>
                  </a:lnTo>
                  <a:lnTo>
                    <a:pt x="168236" y="649439"/>
                  </a:lnTo>
                  <a:lnTo>
                    <a:pt x="107454" y="582866"/>
                  </a:lnTo>
                  <a:lnTo>
                    <a:pt x="186944" y="495833"/>
                  </a:lnTo>
                  <a:lnTo>
                    <a:pt x="266128" y="582866"/>
                  </a:lnTo>
                  <a:lnTo>
                    <a:pt x="266128" y="541477"/>
                  </a:lnTo>
                  <a:lnTo>
                    <a:pt x="205689" y="475297"/>
                  </a:lnTo>
                  <a:lnTo>
                    <a:pt x="271195" y="403567"/>
                  </a:lnTo>
                  <a:lnTo>
                    <a:pt x="271195" y="331851"/>
                  </a:lnTo>
                  <a:lnTo>
                    <a:pt x="266141" y="326326"/>
                  </a:lnTo>
                  <a:lnTo>
                    <a:pt x="266141" y="367703"/>
                  </a:lnTo>
                  <a:lnTo>
                    <a:pt x="186931" y="454748"/>
                  </a:lnTo>
                  <a:lnTo>
                    <a:pt x="168249" y="434289"/>
                  </a:lnTo>
                  <a:lnTo>
                    <a:pt x="168249" y="475284"/>
                  </a:lnTo>
                  <a:lnTo>
                    <a:pt x="102387" y="547662"/>
                  </a:lnTo>
                  <a:lnTo>
                    <a:pt x="102387" y="402907"/>
                  </a:lnTo>
                  <a:lnTo>
                    <a:pt x="168249" y="475284"/>
                  </a:lnTo>
                  <a:lnTo>
                    <a:pt x="168249" y="434289"/>
                  </a:lnTo>
                  <a:lnTo>
                    <a:pt x="107454" y="367703"/>
                  </a:lnTo>
                  <a:lnTo>
                    <a:pt x="186931" y="280670"/>
                  </a:lnTo>
                  <a:lnTo>
                    <a:pt x="266141" y="367703"/>
                  </a:lnTo>
                  <a:lnTo>
                    <a:pt x="266141" y="326326"/>
                  </a:lnTo>
                  <a:lnTo>
                    <a:pt x="205689" y="260134"/>
                  </a:lnTo>
                  <a:lnTo>
                    <a:pt x="271195" y="188404"/>
                  </a:lnTo>
                  <a:lnTo>
                    <a:pt x="271195" y="0"/>
                  </a:lnTo>
                  <a:lnTo>
                    <a:pt x="264972" y="6235"/>
                  </a:lnTo>
                  <a:lnTo>
                    <a:pt x="264972" y="6807"/>
                  </a:lnTo>
                  <a:lnTo>
                    <a:pt x="264972" y="41262"/>
                  </a:lnTo>
                  <a:lnTo>
                    <a:pt x="264972" y="138366"/>
                  </a:lnTo>
                  <a:lnTo>
                    <a:pt x="253847" y="138366"/>
                  </a:lnTo>
                  <a:lnTo>
                    <a:pt x="253847" y="166039"/>
                  </a:lnTo>
                  <a:lnTo>
                    <a:pt x="186931" y="239585"/>
                  </a:lnTo>
                  <a:lnTo>
                    <a:pt x="168236" y="219113"/>
                  </a:lnTo>
                  <a:lnTo>
                    <a:pt x="168236" y="260121"/>
                  </a:lnTo>
                  <a:lnTo>
                    <a:pt x="102387" y="332498"/>
                  </a:lnTo>
                  <a:lnTo>
                    <a:pt x="102387" y="187744"/>
                  </a:lnTo>
                  <a:lnTo>
                    <a:pt x="168236" y="260121"/>
                  </a:lnTo>
                  <a:lnTo>
                    <a:pt x="168236" y="219113"/>
                  </a:lnTo>
                  <a:lnTo>
                    <a:pt x="119773" y="166039"/>
                  </a:lnTo>
                  <a:lnTo>
                    <a:pt x="253847" y="166039"/>
                  </a:lnTo>
                  <a:lnTo>
                    <a:pt x="253847" y="138366"/>
                  </a:lnTo>
                  <a:lnTo>
                    <a:pt x="131432" y="138366"/>
                  </a:lnTo>
                  <a:lnTo>
                    <a:pt x="264972" y="41262"/>
                  </a:lnTo>
                  <a:lnTo>
                    <a:pt x="264972" y="6807"/>
                  </a:lnTo>
                  <a:lnTo>
                    <a:pt x="86474" y="137096"/>
                  </a:lnTo>
                  <a:lnTo>
                    <a:pt x="85090" y="136982"/>
                  </a:lnTo>
                  <a:lnTo>
                    <a:pt x="83502" y="138366"/>
                  </a:lnTo>
                  <a:lnTo>
                    <a:pt x="80937" y="138366"/>
                  </a:lnTo>
                  <a:lnTo>
                    <a:pt x="74714" y="144589"/>
                  </a:lnTo>
                  <a:lnTo>
                    <a:pt x="74714" y="146659"/>
                  </a:lnTo>
                  <a:lnTo>
                    <a:pt x="74015" y="147358"/>
                  </a:lnTo>
                  <a:lnTo>
                    <a:pt x="73329" y="156349"/>
                  </a:lnTo>
                  <a:lnTo>
                    <a:pt x="74714" y="157734"/>
                  </a:lnTo>
                  <a:lnTo>
                    <a:pt x="74714" y="361911"/>
                  </a:lnTo>
                  <a:lnTo>
                    <a:pt x="74015" y="362521"/>
                  </a:lnTo>
                  <a:lnTo>
                    <a:pt x="73952" y="363270"/>
                  </a:lnTo>
                  <a:lnTo>
                    <a:pt x="73329" y="363893"/>
                  </a:lnTo>
                  <a:lnTo>
                    <a:pt x="73609" y="367703"/>
                  </a:lnTo>
                  <a:lnTo>
                    <a:pt x="73329" y="371513"/>
                  </a:lnTo>
                  <a:lnTo>
                    <a:pt x="73952" y="372148"/>
                  </a:lnTo>
                  <a:lnTo>
                    <a:pt x="74015" y="372884"/>
                  </a:lnTo>
                  <a:lnTo>
                    <a:pt x="74714" y="373507"/>
                  </a:lnTo>
                  <a:lnTo>
                    <a:pt x="74714" y="577062"/>
                  </a:lnTo>
                  <a:lnTo>
                    <a:pt x="74015" y="577672"/>
                  </a:lnTo>
                  <a:lnTo>
                    <a:pt x="73952" y="578434"/>
                  </a:lnTo>
                  <a:lnTo>
                    <a:pt x="73329" y="579056"/>
                  </a:lnTo>
                  <a:lnTo>
                    <a:pt x="73609" y="582866"/>
                  </a:lnTo>
                  <a:lnTo>
                    <a:pt x="73329" y="586663"/>
                  </a:lnTo>
                  <a:lnTo>
                    <a:pt x="73952" y="587298"/>
                  </a:lnTo>
                  <a:lnTo>
                    <a:pt x="74015" y="588048"/>
                  </a:lnTo>
                  <a:lnTo>
                    <a:pt x="74714" y="588670"/>
                  </a:lnTo>
                  <a:lnTo>
                    <a:pt x="74714" y="783831"/>
                  </a:lnTo>
                  <a:lnTo>
                    <a:pt x="6223" y="783831"/>
                  </a:lnTo>
                  <a:lnTo>
                    <a:pt x="0" y="790054"/>
                  </a:lnTo>
                  <a:lnTo>
                    <a:pt x="0" y="920813"/>
                  </a:lnTo>
                  <a:lnTo>
                    <a:pt x="6223" y="927036"/>
                  </a:lnTo>
                  <a:lnTo>
                    <a:pt x="1174699" y="927036"/>
                  </a:lnTo>
                  <a:lnTo>
                    <a:pt x="1180922" y="920813"/>
                  </a:lnTo>
                  <a:lnTo>
                    <a:pt x="1180922" y="899363"/>
                  </a:lnTo>
                  <a:lnTo>
                    <a:pt x="1180922" y="811504"/>
                  </a:lnTo>
                  <a:lnTo>
                    <a:pt x="1180922" y="790054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43397" y="3922593"/>
              <a:ext cx="105841" cy="15012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53710" y="3922593"/>
              <a:ext cx="105841" cy="15012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3331" y="3922593"/>
              <a:ext cx="105841" cy="15012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199807" y="4459439"/>
              <a:ext cx="631825" cy="252729"/>
            </a:xfrm>
            <a:custGeom>
              <a:avLst/>
              <a:gdLst/>
              <a:ahLst/>
              <a:cxnLst/>
              <a:rect l="l" t="t" r="r" b="b"/>
              <a:pathLst>
                <a:path w="631825" h="252729">
                  <a:moveTo>
                    <a:pt x="631621" y="156349"/>
                  </a:moveTo>
                  <a:lnTo>
                    <a:pt x="625398" y="150126"/>
                  </a:lnTo>
                  <a:lnTo>
                    <a:pt x="603961" y="150126"/>
                  </a:lnTo>
                  <a:lnTo>
                    <a:pt x="603961" y="177800"/>
                  </a:lnTo>
                  <a:lnTo>
                    <a:pt x="603961" y="224840"/>
                  </a:lnTo>
                  <a:lnTo>
                    <a:pt x="27673" y="224840"/>
                  </a:lnTo>
                  <a:lnTo>
                    <a:pt x="27673" y="177800"/>
                  </a:lnTo>
                  <a:lnTo>
                    <a:pt x="52578" y="177800"/>
                  </a:lnTo>
                  <a:lnTo>
                    <a:pt x="579742" y="177800"/>
                  </a:lnTo>
                  <a:lnTo>
                    <a:pt x="603961" y="177800"/>
                  </a:lnTo>
                  <a:lnTo>
                    <a:pt x="603961" y="150126"/>
                  </a:lnTo>
                  <a:lnTo>
                    <a:pt x="585965" y="150126"/>
                  </a:lnTo>
                  <a:lnTo>
                    <a:pt x="585965" y="103085"/>
                  </a:lnTo>
                  <a:lnTo>
                    <a:pt x="585965" y="81635"/>
                  </a:lnTo>
                  <a:lnTo>
                    <a:pt x="579742" y="75412"/>
                  </a:lnTo>
                  <a:lnTo>
                    <a:pt x="558304" y="75412"/>
                  </a:lnTo>
                  <a:lnTo>
                    <a:pt x="558304" y="103085"/>
                  </a:lnTo>
                  <a:lnTo>
                    <a:pt x="558304" y="150126"/>
                  </a:lnTo>
                  <a:lnTo>
                    <a:pt x="74028" y="150126"/>
                  </a:lnTo>
                  <a:lnTo>
                    <a:pt x="74028" y="103085"/>
                  </a:lnTo>
                  <a:lnTo>
                    <a:pt x="121767" y="103085"/>
                  </a:lnTo>
                  <a:lnTo>
                    <a:pt x="510565" y="103085"/>
                  </a:lnTo>
                  <a:lnTo>
                    <a:pt x="558304" y="103085"/>
                  </a:lnTo>
                  <a:lnTo>
                    <a:pt x="558304" y="75412"/>
                  </a:lnTo>
                  <a:lnTo>
                    <a:pt x="516788" y="75412"/>
                  </a:lnTo>
                  <a:lnTo>
                    <a:pt x="516788" y="27673"/>
                  </a:lnTo>
                  <a:lnTo>
                    <a:pt x="516788" y="6235"/>
                  </a:lnTo>
                  <a:lnTo>
                    <a:pt x="510565" y="0"/>
                  </a:lnTo>
                  <a:lnTo>
                    <a:pt x="489127" y="0"/>
                  </a:lnTo>
                  <a:lnTo>
                    <a:pt x="489127" y="27673"/>
                  </a:lnTo>
                  <a:lnTo>
                    <a:pt x="489127" y="75412"/>
                  </a:lnTo>
                  <a:lnTo>
                    <a:pt x="143217" y="75412"/>
                  </a:lnTo>
                  <a:lnTo>
                    <a:pt x="143217" y="27673"/>
                  </a:lnTo>
                  <a:lnTo>
                    <a:pt x="489127" y="27673"/>
                  </a:lnTo>
                  <a:lnTo>
                    <a:pt x="489127" y="0"/>
                  </a:lnTo>
                  <a:lnTo>
                    <a:pt x="121767" y="0"/>
                  </a:lnTo>
                  <a:lnTo>
                    <a:pt x="115544" y="6235"/>
                  </a:lnTo>
                  <a:lnTo>
                    <a:pt x="115544" y="75412"/>
                  </a:lnTo>
                  <a:lnTo>
                    <a:pt x="52578" y="75412"/>
                  </a:lnTo>
                  <a:lnTo>
                    <a:pt x="46355" y="81635"/>
                  </a:lnTo>
                  <a:lnTo>
                    <a:pt x="46355" y="150126"/>
                  </a:lnTo>
                  <a:lnTo>
                    <a:pt x="6223" y="150126"/>
                  </a:lnTo>
                  <a:lnTo>
                    <a:pt x="0" y="156349"/>
                  </a:lnTo>
                  <a:lnTo>
                    <a:pt x="0" y="246291"/>
                  </a:lnTo>
                  <a:lnTo>
                    <a:pt x="6223" y="252514"/>
                  </a:lnTo>
                  <a:lnTo>
                    <a:pt x="625398" y="252514"/>
                  </a:lnTo>
                  <a:lnTo>
                    <a:pt x="631621" y="246291"/>
                  </a:lnTo>
                  <a:lnTo>
                    <a:pt x="631621" y="224840"/>
                  </a:lnTo>
                  <a:lnTo>
                    <a:pt x="631621" y="177800"/>
                  </a:lnTo>
                  <a:lnTo>
                    <a:pt x="631621" y="156349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/>
          <p:nvPr/>
        </p:nvSpPr>
        <p:spPr>
          <a:xfrm>
            <a:off x="9143962" y="3710190"/>
            <a:ext cx="0" cy="2457450"/>
          </a:xfrm>
          <a:custGeom>
            <a:avLst/>
            <a:gdLst/>
            <a:ahLst/>
            <a:cxnLst/>
            <a:rect l="l" t="t" r="r" b="b"/>
            <a:pathLst>
              <a:path w="0" h="2457450">
                <a:moveTo>
                  <a:pt x="0" y="2457094"/>
                </a:moveTo>
                <a:lnTo>
                  <a:pt x="0" y="0"/>
                </a:lnTo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9774896" y="3710192"/>
            <a:ext cx="1002030" cy="1002030"/>
            <a:chOff x="9774896" y="3710192"/>
            <a:chExt cx="1002030" cy="100203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74896" y="4478121"/>
              <a:ext cx="233730" cy="23371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875063" y="3842537"/>
              <a:ext cx="901700" cy="869315"/>
            </a:xfrm>
            <a:custGeom>
              <a:avLst/>
              <a:gdLst/>
              <a:ahLst/>
              <a:cxnLst/>
              <a:rect l="l" t="t" r="r" b="b"/>
              <a:pathLst>
                <a:path w="901700" h="869314">
                  <a:moveTo>
                    <a:pt x="200329" y="409346"/>
                  </a:moveTo>
                  <a:lnTo>
                    <a:pt x="192849" y="401866"/>
                  </a:lnTo>
                  <a:lnTo>
                    <a:pt x="166928" y="401866"/>
                  </a:lnTo>
                  <a:lnTo>
                    <a:pt x="166928" y="435254"/>
                  </a:lnTo>
                  <a:lnTo>
                    <a:pt x="166928" y="468642"/>
                  </a:lnTo>
                  <a:lnTo>
                    <a:pt x="33375" y="468642"/>
                  </a:lnTo>
                  <a:lnTo>
                    <a:pt x="33375" y="435254"/>
                  </a:lnTo>
                  <a:lnTo>
                    <a:pt x="166928" y="435254"/>
                  </a:lnTo>
                  <a:lnTo>
                    <a:pt x="166928" y="401866"/>
                  </a:lnTo>
                  <a:lnTo>
                    <a:pt x="7467" y="401866"/>
                  </a:lnTo>
                  <a:lnTo>
                    <a:pt x="0" y="409346"/>
                  </a:lnTo>
                  <a:lnTo>
                    <a:pt x="0" y="594715"/>
                  </a:lnTo>
                  <a:lnTo>
                    <a:pt x="7467" y="602195"/>
                  </a:lnTo>
                  <a:lnTo>
                    <a:pt x="25908" y="602195"/>
                  </a:lnTo>
                  <a:lnTo>
                    <a:pt x="33375" y="594715"/>
                  </a:lnTo>
                  <a:lnTo>
                    <a:pt x="33375" y="502031"/>
                  </a:lnTo>
                  <a:lnTo>
                    <a:pt x="166928" y="502031"/>
                  </a:lnTo>
                  <a:lnTo>
                    <a:pt x="166928" y="861822"/>
                  </a:lnTo>
                  <a:lnTo>
                    <a:pt x="174409" y="869302"/>
                  </a:lnTo>
                  <a:lnTo>
                    <a:pt x="192849" y="869302"/>
                  </a:lnTo>
                  <a:lnTo>
                    <a:pt x="200329" y="861822"/>
                  </a:lnTo>
                  <a:lnTo>
                    <a:pt x="200329" y="502031"/>
                  </a:lnTo>
                  <a:lnTo>
                    <a:pt x="200329" y="468642"/>
                  </a:lnTo>
                  <a:lnTo>
                    <a:pt x="200329" y="435254"/>
                  </a:lnTo>
                  <a:lnTo>
                    <a:pt x="200329" y="409346"/>
                  </a:lnTo>
                  <a:close/>
                </a:path>
                <a:path w="901700" h="869314">
                  <a:moveTo>
                    <a:pt x="400659" y="776617"/>
                  </a:moveTo>
                  <a:lnTo>
                    <a:pt x="393179" y="769137"/>
                  </a:lnTo>
                  <a:lnTo>
                    <a:pt x="383959" y="769137"/>
                  </a:lnTo>
                  <a:lnTo>
                    <a:pt x="307962" y="769137"/>
                  </a:lnTo>
                  <a:lnTo>
                    <a:pt x="300482" y="776617"/>
                  </a:lnTo>
                  <a:lnTo>
                    <a:pt x="300482" y="795045"/>
                  </a:lnTo>
                  <a:lnTo>
                    <a:pt x="307962" y="802525"/>
                  </a:lnTo>
                  <a:lnTo>
                    <a:pt x="393179" y="802525"/>
                  </a:lnTo>
                  <a:lnTo>
                    <a:pt x="400659" y="795045"/>
                  </a:lnTo>
                  <a:lnTo>
                    <a:pt x="400659" y="776617"/>
                  </a:lnTo>
                  <a:close/>
                </a:path>
                <a:path w="901700" h="869314">
                  <a:moveTo>
                    <a:pt x="467753" y="855878"/>
                  </a:moveTo>
                  <a:lnTo>
                    <a:pt x="466090" y="835914"/>
                  </a:lnTo>
                  <a:lnTo>
                    <a:pt x="452183" y="668972"/>
                  </a:lnTo>
                  <a:lnTo>
                    <a:pt x="449961" y="642226"/>
                  </a:lnTo>
                  <a:lnTo>
                    <a:pt x="442747" y="635584"/>
                  </a:lnTo>
                  <a:lnTo>
                    <a:pt x="432600" y="635584"/>
                  </a:lnTo>
                  <a:lnTo>
                    <a:pt x="432600" y="835914"/>
                  </a:lnTo>
                  <a:lnTo>
                    <a:pt x="268554" y="835914"/>
                  </a:lnTo>
                  <a:lnTo>
                    <a:pt x="282460" y="668972"/>
                  </a:lnTo>
                  <a:lnTo>
                    <a:pt x="300494" y="668972"/>
                  </a:lnTo>
                  <a:lnTo>
                    <a:pt x="300494" y="711581"/>
                  </a:lnTo>
                  <a:lnTo>
                    <a:pt x="307975" y="719061"/>
                  </a:lnTo>
                  <a:lnTo>
                    <a:pt x="326402" y="719061"/>
                  </a:lnTo>
                  <a:lnTo>
                    <a:pt x="333883" y="711581"/>
                  </a:lnTo>
                  <a:lnTo>
                    <a:pt x="333883" y="668972"/>
                  </a:lnTo>
                  <a:lnTo>
                    <a:pt x="367271" y="668972"/>
                  </a:lnTo>
                  <a:lnTo>
                    <a:pt x="367271" y="711581"/>
                  </a:lnTo>
                  <a:lnTo>
                    <a:pt x="374751" y="719061"/>
                  </a:lnTo>
                  <a:lnTo>
                    <a:pt x="393179" y="719061"/>
                  </a:lnTo>
                  <a:lnTo>
                    <a:pt x="400659" y="711581"/>
                  </a:lnTo>
                  <a:lnTo>
                    <a:pt x="400659" y="668972"/>
                  </a:lnTo>
                  <a:lnTo>
                    <a:pt x="418693" y="668972"/>
                  </a:lnTo>
                  <a:lnTo>
                    <a:pt x="432600" y="835914"/>
                  </a:lnTo>
                  <a:lnTo>
                    <a:pt x="432600" y="635584"/>
                  </a:lnTo>
                  <a:lnTo>
                    <a:pt x="400659" y="635584"/>
                  </a:lnTo>
                  <a:lnTo>
                    <a:pt x="400659" y="602195"/>
                  </a:lnTo>
                  <a:lnTo>
                    <a:pt x="385978" y="566801"/>
                  </a:lnTo>
                  <a:lnTo>
                    <a:pt x="367271" y="555498"/>
                  </a:lnTo>
                  <a:lnTo>
                    <a:pt x="367271" y="593001"/>
                  </a:lnTo>
                  <a:lnTo>
                    <a:pt x="367271" y="635584"/>
                  </a:lnTo>
                  <a:lnTo>
                    <a:pt x="333883" y="635584"/>
                  </a:lnTo>
                  <a:lnTo>
                    <a:pt x="333883" y="593001"/>
                  </a:lnTo>
                  <a:lnTo>
                    <a:pt x="341376" y="585508"/>
                  </a:lnTo>
                  <a:lnTo>
                    <a:pt x="359778" y="585508"/>
                  </a:lnTo>
                  <a:lnTo>
                    <a:pt x="367271" y="593001"/>
                  </a:lnTo>
                  <a:lnTo>
                    <a:pt x="367271" y="555498"/>
                  </a:lnTo>
                  <a:lnTo>
                    <a:pt x="315175" y="566801"/>
                  </a:lnTo>
                  <a:lnTo>
                    <a:pt x="300494" y="602195"/>
                  </a:lnTo>
                  <a:lnTo>
                    <a:pt x="300494" y="635584"/>
                  </a:lnTo>
                  <a:lnTo>
                    <a:pt x="258432" y="635584"/>
                  </a:lnTo>
                  <a:lnTo>
                    <a:pt x="251193" y="642226"/>
                  </a:lnTo>
                  <a:lnTo>
                    <a:pt x="250456" y="650887"/>
                  </a:lnTo>
                  <a:lnTo>
                    <a:pt x="233387" y="855878"/>
                  </a:lnTo>
                  <a:lnTo>
                    <a:pt x="234950" y="860475"/>
                  </a:lnTo>
                  <a:lnTo>
                    <a:pt x="241300" y="867346"/>
                  </a:lnTo>
                  <a:lnTo>
                    <a:pt x="245732" y="869302"/>
                  </a:lnTo>
                  <a:lnTo>
                    <a:pt x="455396" y="869302"/>
                  </a:lnTo>
                  <a:lnTo>
                    <a:pt x="459879" y="867346"/>
                  </a:lnTo>
                  <a:lnTo>
                    <a:pt x="466166" y="860475"/>
                  </a:lnTo>
                  <a:lnTo>
                    <a:pt x="467753" y="855878"/>
                  </a:lnTo>
                  <a:close/>
                </a:path>
                <a:path w="901700" h="869314">
                  <a:moveTo>
                    <a:pt x="534212" y="125552"/>
                  </a:moveTo>
                  <a:lnTo>
                    <a:pt x="526745" y="118071"/>
                  </a:lnTo>
                  <a:lnTo>
                    <a:pt x="500824" y="118071"/>
                  </a:lnTo>
                  <a:lnTo>
                    <a:pt x="500824" y="151460"/>
                  </a:lnTo>
                  <a:lnTo>
                    <a:pt x="500824" y="318401"/>
                  </a:lnTo>
                  <a:lnTo>
                    <a:pt x="367271" y="318401"/>
                  </a:lnTo>
                  <a:lnTo>
                    <a:pt x="367271" y="151460"/>
                  </a:lnTo>
                  <a:lnTo>
                    <a:pt x="500824" y="151460"/>
                  </a:lnTo>
                  <a:lnTo>
                    <a:pt x="500824" y="118071"/>
                  </a:lnTo>
                  <a:lnTo>
                    <a:pt x="341350" y="118071"/>
                  </a:lnTo>
                  <a:lnTo>
                    <a:pt x="333883" y="125552"/>
                  </a:lnTo>
                  <a:lnTo>
                    <a:pt x="333883" y="511251"/>
                  </a:lnTo>
                  <a:lnTo>
                    <a:pt x="341350" y="518731"/>
                  </a:lnTo>
                  <a:lnTo>
                    <a:pt x="359791" y="518731"/>
                  </a:lnTo>
                  <a:lnTo>
                    <a:pt x="367271" y="511251"/>
                  </a:lnTo>
                  <a:lnTo>
                    <a:pt x="367271" y="351790"/>
                  </a:lnTo>
                  <a:lnTo>
                    <a:pt x="500824" y="351790"/>
                  </a:lnTo>
                  <a:lnTo>
                    <a:pt x="500824" y="861834"/>
                  </a:lnTo>
                  <a:lnTo>
                    <a:pt x="508279" y="869302"/>
                  </a:lnTo>
                  <a:lnTo>
                    <a:pt x="526745" y="869302"/>
                  </a:lnTo>
                  <a:lnTo>
                    <a:pt x="534212" y="861834"/>
                  </a:lnTo>
                  <a:lnTo>
                    <a:pt x="534212" y="351790"/>
                  </a:lnTo>
                  <a:lnTo>
                    <a:pt x="534212" y="318401"/>
                  </a:lnTo>
                  <a:lnTo>
                    <a:pt x="534212" y="151460"/>
                  </a:lnTo>
                  <a:lnTo>
                    <a:pt x="534212" y="125552"/>
                  </a:lnTo>
                  <a:close/>
                </a:path>
                <a:path w="901700" h="869314">
                  <a:moveTo>
                    <a:pt x="751230" y="92163"/>
                  </a:moveTo>
                  <a:lnTo>
                    <a:pt x="743762" y="84683"/>
                  </a:lnTo>
                  <a:lnTo>
                    <a:pt x="725309" y="84683"/>
                  </a:lnTo>
                  <a:lnTo>
                    <a:pt x="717842" y="92163"/>
                  </a:lnTo>
                  <a:lnTo>
                    <a:pt x="717842" y="101384"/>
                  </a:lnTo>
                  <a:lnTo>
                    <a:pt x="717842" y="160680"/>
                  </a:lnTo>
                  <a:lnTo>
                    <a:pt x="725309" y="168160"/>
                  </a:lnTo>
                  <a:lnTo>
                    <a:pt x="743762" y="168160"/>
                  </a:lnTo>
                  <a:lnTo>
                    <a:pt x="751230" y="160680"/>
                  </a:lnTo>
                  <a:lnTo>
                    <a:pt x="751230" y="92163"/>
                  </a:lnTo>
                  <a:close/>
                </a:path>
                <a:path w="901700" h="869314">
                  <a:moveTo>
                    <a:pt x="834694" y="79603"/>
                  </a:moveTo>
                  <a:lnTo>
                    <a:pt x="832396" y="74815"/>
                  </a:lnTo>
                  <a:lnTo>
                    <a:pt x="738873" y="0"/>
                  </a:lnTo>
                  <a:lnTo>
                    <a:pt x="730199" y="0"/>
                  </a:lnTo>
                  <a:lnTo>
                    <a:pt x="636676" y="74815"/>
                  </a:lnTo>
                  <a:lnTo>
                    <a:pt x="634377" y="79603"/>
                  </a:lnTo>
                  <a:lnTo>
                    <a:pt x="634377" y="411086"/>
                  </a:lnTo>
                  <a:lnTo>
                    <a:pt x="641832" y="418566"/>
                  </a:lnTo>
                  <a:lnTo>
                    <a:pt x="651065" y="418566"/>
                  </a:lnTo>
                  <a:lnTo>
                    <a:pt x="660298" y="418566"/>
                  </a:lnTo>
                  <a:lnTo>
                    <a:pt x="667766" y="411086"/>
                  </a:lnTo>
                  <a:lnTo>
                    <a:pt x="667766" y="92697"/>
                  </a:lnTo>
                  <a:lnTo>
                    <a:pt x="734542" y="39281"/>
                  </a:lnTo>
                  <a:lnTo>
                    <a:pt x="801319" y="92697"/>
                  </a:lnTo>
                  <a:lnTo>
                    <a:pt x="801319" y="194068"/>
                  </a:lnTo>
                  <a:lnTo>
                    <a:pt x="808774" y="201549"/>
                  </a:lnTo>
                  <a:lnTo>
                    <a:pt x="827239" y="201549"/>
                  </a:lnTo>
                  <a:lnTo>
                    <a:pt x="834694" y="194068"/>
                  </a:lnTo>
                  <a:lnTo>
                    <a:pt x="834694" y="79603"/>
                  </a:lnTo>
                  <a:close/>
                </a:path>
                <a:path w="901700" h="869314">
                  <a:moveTo>
                    <a:pt x="834707" y="643064"/>
                  </a:moveTo>
                  <a:lnTo>
                    <a:pt x="827252" y="635584"/>
                  </a:lnTo>
                  <a:lnTo>
                    <a:pt x="801319" y="635584"/>
                  </a:lnTo>
                  <a:lnTo>
                    <a:pt x="801319" y="668972"/>
                  </a:lnTo>
                  <a:lnTo>
                    <a:pt x="801319" y="745540"/>
                  </a:lnTo>
                  <a:lnTo>
                    <a:pt x="777722" y="721944"/>
                  </a:lnTo>
                  <a:lnTo>
                    <a:pt x="777722" y="769137"/>
                  </a:lnTo>
                  <a:lnTo>
                    <a:pt x="734542" y="769137"/>
                  </a:lnTo>
                  <a:lnTo>
                    <a:pt x="734542" y="802525"/>
                  </a:lnTo>
                  <a:lnTo>
                    <a:pt x="734542" y="835914"/>
                  </a:lnTo>
                  <a:lnTo>
                    <a:pt x="667766" y="835914"/>
                  </a:lnTo>
                  <a:lnTo>
                    <a:pt x="667766" y="802525"/>
                  </a:lnTo>
                  <a:lnTo>
                    <a:pt x="734542" y="802525"/>
                  </a:lnTo>
                  <a:lnTo>
                    <a:pt x="734542" y="769137"/>
                  </a:lnTo>
                  <a:lnTo>
                    <a:pt x="708063" y="769137"/>
                  </a:lnTo>
                  <a:lnTo>
                    <a:pt x="662876" y="723950"/>
                  </a:lnTo>
                  <a:lnTo>
                    <a:pt x="657352" y="720280"/>
                  </a:lnTo>
                  <a:lnTo>
                    <a:pt x="651065" y="719061"/>
                  </a:lnTo>
                  <a:lnTo>
                    <a:pt x="644791" y="720280"/>
                  </a:lnTo>
                  <a:lnTo>
                    <a:pt x="639267" y="723950"/>
                  </a:lnTo>
                  <a:lnTo>
                    <a:pt x="635584" y="729475"/>
                  </a:lnTo>
                  <a:lnTo>
                    <a:pt x="634365" y="735761"/>
                  </a:lnTo>
                  <a:lnTo>
                    <a:pt x="635584" y="742035"/>
                  </a:lnTo>
                  <a:lnTo>
                    <a:pt x="639267" y="747560"/>
                  </a:lnTo>
                  <a:lnTo>
                    <a:pt x="660857" y="769137"/>
                  </a:lnTo>
                  <a:lnTo>
                    <a:pt x="600989" y="769137"/>
                  </a:lnTo>
                  <a:lnTo>
                    <a:pt x="600989" y="668972"/>
                  </a:lnTo>
                  <a:lnTo>
                    <a:pt x="677557" y="668972"/>
                  </a:lnTo>
                  <a:lnTo>
                    <a:pt x="777722" y="769137"/>
                  </a:lnTo>
                  <a:lnTo>
                    <a:pt x="777722" y="721944"/>
                  </a:lnTo>
                  <a:lnTo>
                    <a:pt x="724763" y="668972"/>
                  </a:lnTo>
                  <a:lnTo>
                    <a:pt x="801319" y="668972"/>
                  </a:lnTo>
                  <a:lnTo>
                    <a:pt x="801319" y="635584"/>
                  </a:lnTo>
                  <a:lnTo>
                    <a:pt x="575068" y="635584"/>
                  </a:lnTo>
                  <a:lnTo>
                    <a:pt x="567601" y="643064"/>
                  </a:lnTo>
                  <a:lnTo>
                    <a:pt x="567601" y="795045"/>
                  </a:lnTo>
                  <a:lnTo>
                    <a:pt x="575068" y="802525"/>
                  </a:lnTo>
                  <a:lnTo>
                    <a:pt x="634377" y="802525"/>
                  </a:lnTo>
                  <a:lnTo>
                    <a:pt x="634377" y="835914"/>
                  </a:lnTo>
                  <a:lnTo>
                    <a:pt x="608457" y="835914"/>
                  </a:lnTo>
                  <a:lnTo>
                    <a:pt x="600989" y="843394"/>
                  </a:lnTo>
                  <a:lnTo>
                    <a:pt x="600989" y="861822"/>
                  </a:lnTo>
                  <a:lnTo>
                    <a:pt x="608457" y="869302"/>
                  </a:lnTo>
                  <a:lnTo>
                    <a:pt x="793864" y="869302"/>
                  </a:lnTo>
                  <a:lnTo>
                    <a:pt x="801319" y="861822"/>
                  </a:lnTo>
                  <a:lnTo>
                    <a:pt x="801319" y="843394"/>
                  </a:lnTo>
                  <a:lnTo>
                    <a:pt x="793864" y="835914"/>
                  </a:lnTo>
                  <a:lnTo>
                    <a:pt x="767930" y="835914"/>
                  </a:lnTo>
                  <a:lnTo>
                    <a:pt x="767930" y="802525"/>
                  </a:lnTo>
                  <a:lnTo>
                    <a:pt x="820191" y="802525"/>
                  </a:lnTo>
                  <a:lnTo>
                    <a:pt x="822350" y="802081"/>
                  </a:lnTo>
                  <a:lnTo>
                    <a:pt x="828484" y="799553"/>
                  </a:lnTo>
                  <a:lnTo>
                    <a:pt x="831735" y="796302"/>
                  </a:lnTo>
                  <a:lnTo>
                    <a:pt x="834275" y="790181"/>
                  </a:lnTo>
                  <a:lnTo>
                    <a:pt x="834707" y="788009"/>
                  </a:lnTo>
                  <a:lnTo>
                    <a:pt x="834707" y="769137"/>
                  </a:lnTo>
                  <a:lnTo>
                    <a:pt x="834707" y="745540"/>
                  </a:lnTo>
                  <a:lnTo>
                    <a:pt x="834707" y="668972"/>
                  </a:lnTo>
                  <a:lnTo>
                    <a:pt x="834707" y="643064"/>
                  </a:lnTo>
                  <a:close/>
                </a:path>
                <a:path w="901700" h="869314">
                  <a:moveTo>
                    <a:pt x="901484" y="242417"/>
                  </a:moveTo>
                  <a:lnTo>
                    <a:pt x="894016" y="234937"/>
                  </a:lnTo>
                  <a:lnTo>
                    <a:pt x="868083" y="234937"/>
                  </a:lnTo>
                  <a:lnTo>
                    <a:pt x="868083" y="268325"/>
                  </a:lnTo>
                  <a:lnTo>
                    <a:pt x="868083" y="335102"/>
                  </a:lnTo>
                  <a:lnTo>
                    <a:pt x="734529" y="335102"/>
                  </a:lnTo>
                  <a:lnTo>
                    <a:pt x="734529" y="268325"/>
                  </a:lnTo>
                  <a:lnTo>
                    <a:pt x="868083" y="268325"/>
                  </a:lnTo>
                  <a:lnTo>
                    <a:pt x="868083" y="234937"/>
                  </a:lnTo>
                  <a:lnTo>
                    <a:pt x="708609" y="234937"/>
                  </a:lnTo>
                  <a:lnTo>
                    <a:pt x="701141" y="242417"/>
                  </a:lnTo>
                  <a:lnTo>
                    <a:pt x="701141" y="594728"/>
                  </a:lnTo>
                  <a:lnTo>
                    <a:pt x="708609" y="602208"/>
                  </a:lnTo>
                  <a:lnTo>
                    <a:pt x="727075" y="602208"/>
                  </a:lnTo>
                  <a:lnTo>
                    <a:pt x="734529" y="594728"/>
                  </a:lnTo>
                  <a:lnTo>
                    <a:pt x="734529" y="368490"/>
                  </a:lnTo>
                  <a:lnTo>
                    <a:pt x="868083" y="368490"/>
                  </a:lnTo>
                  <a:lnTo>
                    <a:pt x="868083" y="835926"/>
                  </a:lnTo>
                  <a:lnTo>
                    <a:pt x="842162" y="835926"/>
                  </a:lnTo>
                  <a:lnTo>
                    <a:pt x="834694" y="843407"/>
                  </a:lnTo>
                  <a:lnTo>
                    <a:pt x="834694" y="861834"/>
                  </a:lnTo>
                  <a:lnTo>
                    <a:pt x="842162" y="869315"/>
                  </a:lnTo>
                  <a:lnTo>
                    <a:pt x="894016" y="869315"/>
                  </a:lnTo>
                  <a:lnTo>
                    <a:pt x="901484" y="861834"/>
                  </a:lnTo>
                  <a:lnTo>
                    <a:pt x="901484" y="368490"/>
                  </a:lnTo>
                  <a:lnTo>
                    <a:pt x="901484" y="335102"/>
                  </a:lnTo>
                  <a:lnTo>
                    <a:pt x="901484" y="268325"/>
                  </a:lnTo>
                  <a:lnTo>
                    <a:pt x="901484" y="242417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74896" y="3710192"/>
              <a:ext cx="100164" cy="10016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74896" y="3843745"/>
              <a:ext cx="66789" cy="10016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74896" y="3977298"/>
              <a:ext cx="100164" cy="10016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808286" y="3743591"/>
              <a:ext cx="351155" cy="668020"/>
            </a:xfrm>
            <a:custGeom>
              <a:avLst/>
              <a:gdLst/>
              <a:ahLst/>
              <a:cxnLst/>
              <a:rect l="l" t="t" r="r" b="b"/>
              <a:pathLst>
                <a:path w="351154" h="668020">
                  <a:moveTo>
                    <a:pt x="33388" y="508292"/>
                  </a:moveTo>
                  <a:lnTo>
                    <a:pt x="25908" y="500824"/>
                  </a:lnTo>
                  <a:lnTo>
                    <a:pt x="7480" y="500824"/>
                  </a:lnTo>
                  <a:lnTo>
                    <a:pt x="0" y="508292"/>
                  </a:lnTo>
                  <a:lnTo>
                    <a:pt x="0" y="517512"/>
                  </a:lnTo>
                  <a:lnTo>
                    <a:pt x="0" y="660285"/>
                  </a:lnTo>
                  <a:lnTo>
                    <a:pt x="7480" y="667766"/>
                  </a:lnTo>
                  <a:lnTo>
                    <a:pt x="25908" y="667766"/>
                  </a:lnTo>
                  <a:lnTo>
                    <a:pt x="33388" y="660285"/>
                  </a:lnTo>
                  <a:lnTo>
                    <a:pt x="33388" y="508292"/>
                  </a:lnTo>
                  <a:close/>
                </a:path>
                <a:path w="351154" h="668020">
                  <a:moveTo>
                    <a:pt x="250405" y="141033"/>
                  </a:moveTo>
                  <a:lnTo>
                    <a:pt x="242925" y="133553"/>
                  </a:lnTo>
                  <a:lnTo>
                    <a:pt x="107632" y="133553"/>
                  </a:lnTo>
                  <a:lnTo>
                    <a:pt x="100152" y="141033"/>
                  </a:lnTo>
                  <a:lnTo>
                    <a:pt x="100152" y="159461"/>
                  </a:lnTo>
                  <a:lnTo>
                    <a:pt x="107632" y="166941"/>
                  </a:lnTo>
                  <a:lnTo>
                    <a:pt x="116852" y="166941"/>
                  </a:lnTo>
                  <a:lnTo>
                    <a:pt x="242925" y="166941"/>
                  </a:lnTo>
                  <a:lnTo>
                    <a:pt x="250405" y="159461"/>
                  </a:lnTo>
                  <a:lnTo>
                    <a:pt x="250405" y="141033"/>
                  </a:lnTo>
                  <a:close/>
                </a:path>
                <a:path w="351154" h="668020">
                  <a:moveTo>
                    <a:pt x="300494" y="7480"/>
                  </a:moveTo>
                  <a:lnTo>
                    <a:pt x="293014" y="0"/>
                  </a:lnTo>
                  <a:lnTo>
                    <a:pt x="283794" y="0"/>
                  </a:lnTo>
                  <a:lnTo>
                    <a:pt x="107632" y="0"/>
                  </a:lnTo>
                  <a:lnTo>
                    <a:pt x="100152" y="7480"/>
                  </a:lnTo>
                  <a:lnTo>
                    <a:pt x="100152" y="25908"/>
                  </a:lnTo>
                  <a:lnTo>
                    <a:pt x="107632" y="33388"/>
                  </a:lnTo>
                  <a:lnTo>
                    <a:pt x="293014" y="33388"/>
                  </a:lnTo>
                  <a:lnTo>
                    <a:pt x="300494" y="25908"/>
                  </a:lnTo>
                  <a:lnTo>
                    <a:pt x="300494" y="7480"/>
                  </a:lnTo>
                  <a:close/>
                </a:path>
                <a:path w="351154" h="668020">
                  <a:moveTo>
                    <a:pt x="350583" y="408127"/>
                  </a:moveTo>
                  <a:lnTo>
                    <a:pt x="343103" y="400659"/>
                  </a:lnTo>
                  <a:lnTo>
                    <a:pt x="324662" y="400659"/>
                  </a:lnTo>
                  <a:lnTo>
                    <a:pt x="317182" y="408127"/>
                  </a:lnTo>
                  <a:lnTo>
                    <a:pt x="317182" y="576808"/>
                  </a:lnTo>
                  <a:lnTo>
                    <a:pt x="324662" y="584288"/>
                  </a:lnTo>
                  <a:lnTo>
                    <a:pt x="333883" y="584288"/>
                  </a:lnTo>
                  <a:lnTo>
                    <a:pt x="343103" y="584288"/>
                  </a:lnTo>
                  <a:lnTo>
                    <a:pt x="350583" y="576808"/>
                  </a:lnTo>
                  <a:lnTo>
                    <a:pt x="350583" y="408127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08449" y="4010686"/>
              <a:ext cx="133378" cy="200329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207778" y="3710950"/>
            <a:ext cx="202638" cy="19243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03485" y="5067467"/>
            <a:ext cx="4662170" cy="10820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10">
                <a:solidFill>
                  <a:srgbClr val="2F2D2E"/>
                </a:solidFill>
                <a:latin typeface="Lucida Sans Unicode"/>
                <a:cs typeface="Lucida Sans Unicode"/>
              </a:rPr>
              <a:t>EVENTURA</a:t>
            </a:r>
            <a:endParaRPr sz="2150">
              <a:latin typeface="Lucida Sans Unicode"/>
              <a:cs typeface="Lucida Sans Unicode"/>
            </a:endParaRPr>
          </a:p>
          <a:p>
            <a:pPr marL="185420" indent="-172720">
              <a:lnSpc>
                <a:spcPct val="100000"/>
              </a:lnSpc>
              <a:spcBef>
                <a:spcPts val="149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College</a:t>
            </a:r>
            <a:r>
              <a:rPr dirty="0" sz="1600" spc="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1600" spc="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65">
                <a:solidFill>
                  <a:srgbClr val="2F2D2E"/>
                </a:solidFill>
                <a:latin typeface="Lucida Sans Unicode"/>
                <a:cs typeface="Lucida Sans Unicode"/>
              </a:rPr>
              <a:t>&amp;</a:t>
            </a:r>
            <a:r>
              <a:rPr dirty="0" sz="1600" spc="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Club</a:t>
            </a:r>
            <a:r>
              <a:rPr dirty="0" sz="1600" spc="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0">
                <a:solidFill>
                  <a:srgbClr val="2F2D2E"/>
                </a:solidFill>
                <a:latin typeface="Lucida Sans Unicode"/>
                <a:cs typeface="Lucida Sans Unicode"/>
              </a:rPr>
              <a:t>Management</a:t>
            </a:r>
            <a:r>
              <a:rPr dirty="0" sz="1600" spc="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2F2D2E"/>
                </a:solidFill>
                <a:latin typeface="Lucida Sans Unicode"/>
                <a:cs typeface="Lucida Sans Unicode"/>
              </a:rPr>
              <a:t>Platform</a:t>
            </a:r>
            <a:endParaRPr sz="1600">
              <a:latin typeface="Lucida Sans Unicode"/>
              <a:cs typeface="Lucida Sans Unicode"/>
            </a:endParaRPr>
          </a:p>
          <a:p>
            <a:pPr marL="185420" indent="-172720">
              <a:lnSpc>
                <a:spcPct val="100000"/>
              </a:lnSpc>
              <a:spcBef>
                <a:spcPts val="40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 spc="-10">
                <a:solidFill>
                  <a:srgbClr val="2F2D2E"/>
                </a:solidFill>
                <a:latin typeface="Lucida Sans Unicode"/>
                <a:cs typeface="Lucida Sans Unicode"/>
              </a:rPr>
              <a:t>Tagline:</a:t>
            </a:r>
            <a:r>
              <a:rPr dirty="0" sz="160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0">
                <a:solidFill>
                  <a:srgbClr val="2F2D2E"/>
                </a:solidFill>
                <a:latin typeface="Lucida Sans Unicode"/>
                <a:cs typeface="Lucida Sans Unicode"/>
              </a:rPr>
              <a:t>One</a:t>
            </a:r>
            <a:r>
              <a:rPr dirty="0" sz="160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Platform.</a:t>
            </a:r>
            <a:r>
              <a:rPr dirty="0" sz="160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Every</a:t>
            </a:r>
            <a:r>
              <a:rPr dirty="0" sz="160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90">
                <a:solidFill>
                  <a:srgbClr val="2F2D2E"/>
                </a:solidFill>
                <a:latin typeface="Lucida Sans Unicode"/>
                <a:cs typeface="Lucida Sans Unicode"/>
              </a:rPr>
              <a:t>Campus</a:t>
            </a:r>
            <a:r>
              <a:rPr dirty="0" sz="160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2F2D2E"/>
                </a:solidFill>
                <a:latin typeface="Lucida Sans Unicode"/>
                <a:cs typeface="Lucida Sans Unicode"/>
              </a:rPr>
              <a:t>Event.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62219" y="5067467"/>
            <a:ext cx="6753859" cy="10820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solidFill>
                  <a:srgbClr val="2F2D2E"/>
                </a:solidFill>
                <a:latin typeface="Lucida Sans Unicode"/>
                <a:cs typeface="Lucida Sans Unicode"/>
              </a:rPr>
              <a:t>Centralized</a:t>
            </a:r>
            <a:r>
              <a:rPr dirty="0" sz="2150" spc="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30">
                <a:solidFill>
                  <a:srgbClr val="2F2D2E"/>
                </a:solidFill>
                <a:latin typeface="Lucida Sans Unicode"/>
                <a:cs typeface="Lucida Sans Unicode"/>
              </a:rPr>
              <a:t>campus</a:t>
            </a:r>
            <a:r>
              <a:rPr dirty="0" sz="2150" spc="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85">
                <a:solidFill>
                  <a:srgbClr val="2F2D2E"/>
                </a:solidFill>
                <a:latin typeface="Lucida Sans Unicode"/>
                <a:cs typeface="Lucida Sans Unicode"/>
              </a:rPr>
              <a:t>ecosystem</a:t>
            </a:r>
            <a:endParaRPr sz="2150">
              <a:latin typeface="Lucida Sans Unicode"/>
              <a:cs typeface="Lucida Sans Unicode"/>
            </a:endParaRPr>
          </a:p>
          <a:p>
            <a:pPr marL="185420" indent="-172720">
              <a:lnSpc>
                <a:spcPct val="100000"/>
              </a:lnSpc>
              <a:spcBef>
                <a:spcPts val="149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 spc="50">
                <a:solidFill>
                  <a:srgbClr val="2F2D2E"/>
                </a:solidFill>
                <a:latin typeface="Lucida Sans Unicode"/>
                <a:cs typeface="Lucida Sans Unicode"/>
              </a:rPr>
              <a:t>Connects</a:t>
            </a:r>
            <a:r>
              <a:rPr dirty="0" sz="1600" spc="-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College</a:t>
            </a:r>
            <a:r>
              <a:rPr dirty="0" sz="1600" spc="-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2F2D2E"/>
                </a:solidFill>
                <a:latin typeface="Lucida Sans Unicode"/>
                <a:cs typeface="Lucida Sans Unicode"/>
              </a:rPr>
              <a:t>Admin, Clubs,</a:t>
            </a:r>
            <a:r>
              <a:rPr dirty="0" sz="1600" spc="-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0">
                <a:solidFill>
                  <a:srgbClr val="2F2D2E"/>
                </a:solidFill>
                <a:latin typeface="Lucida Sans Unicode"/>
                <a:cs typeface="Lucida Sans Unicode"/>
              </a:rPr>
              <a:t>Organizers,</a:t>
            </a:r>
            <a:r>
              <a:rPr dirty="0" sz="1600" spc="-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Students,</a:t>
            </a:r>
            <a:r>
              <a:rPr dirty="0" sz="1600" spc="-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2F2D2E"/>
                </a:solidFill>
                <a:latin typeface="Lucida Sans Unicode"/>
                <a:cs typeface="Lucida Sans Unicode"/>
              </a:rPr>
              <a:t>Volunteers</a:t>
            </a:r>
            <a:endParaRPr sz="1600">
              <a:latin typeface="Lucida Sans Unicode"/>
              <a:cs typeface="Lucida Sans Unicode"/>
            </a:endParaRPr>
          </a:p>
          <a:p>
            <a:pPr marL="185420" indent="-172720">
              <a:lnSpc>
                <a:spcPct val="100000"/>
              </a:lnSpc>
              <a:spcBef>
                <a:spcPts val="40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Single</a:t>
            </a:r>
            <a:r>
              <a:rPr dirty="0" sz="160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05" b="1">
                <a:solidFill>
                  <a:srgbClr val="5B4DFF"/>
                </a:solidFill>
                <a:latin typeface="Trebuchet MS"/>
                <a:cs typeface="Trebuchet MS"/>
              </a:rPr>
              <a:t>source</a:t>
            </a:r>
            <a:r>
              <a:rPr dirty="0" sz="1600" spc="-114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600" spc="50" b="1">
                <a:solidFill>
                  <a:srgbClr val="5B4DFF"/>
                </a:solidFill>
                <a:latin typeface="Trebuchet MS"/>
                <a:cs typeface="Trebuchet MS"/>
              </a:rPr>
              <a:t>of</a:t>
            </a:r>
            <a:r>
              <a:rPr dirty="0" sz="1600" spc="-120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600" spc="50" b="1">
                <a:solidFill>
                  <a:srgbClr val="5B4DFF"/>
                </a:solidFill>
                <a:latin typeface="Trebuchet MS"/>
                <a:cs typeface="Trebuchet MS"/>
              </a:rPr>
              <a:t>truth</a:t>
            </a:r>
            <a:r>
              <a:rPr dirty="0" sz="1600" spc="-20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600" spc="55">
                <a:solidFill>
                  <a:srgbClr val="2F2D2E"/>
                </a:solidFill>
                <a:latin typeface="Lucida Sans Unicode"/>
                <a:cs typeface="Lucida Sans Unicode"/>
              </a:rPr>
              <a:t>across</a:t>
            </a:r>
            <a:r>
              <a:rPr dirty="0" sz="160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5">
                <a:solidFill>
                  <a:srgbClr val="2F2D2E"/>
                </a:solidFill>
                <a:latin typeface="Lucida Sans Unicode"/>
                <a:cs typeface="Lucida Sans Unicode"/>
              </a:rPr>
              <a:t>every</a:t>
            </a:r>
            <a:r>
              <a:rPr dirty="0" sz="160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5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160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2F2D2E"/>
                </a:solidFill>
                <a:latin typeface="Lucida Sans Unicode"/>
                <a:cs typeface="Lucida Sans Unicode"/>
              </a:rPr>
              <a:t>lifecycle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16138" y="7000964"/>
            <a:ext cx="1002030" cy="1000760"/>
            <a:chOff x="916138" y="7000964"/>
            <a:chExt cx="1002030" cy="100076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926" y="7500890"/>
              <a:ext cx="166928" cy="16694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3253" y="7500890"/>
              <a:ext cx="166928" cy="16694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920" y="7717918"/>
              <a:ext cx="166941" cy="16692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3247" y="7717918"/>
              <a:ext cx="166941" cy="16692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16138" y="7000964"/>
              <a:ext cx="1002030" cy="1000760"/>
            </a:xfrm>
            <a:custGeom>
              <a:avLst/>
              <a:gdLst/>
              <a:ahLst/>
              <a:cxnLst/>
              <a:rect l="l" t="t" r="r" b="b"/>
              <a:pathLst>
                <a:path w="1002030" h="1000759">
                  <a:moveTo>
                    <a:pt x="994168" y="967739"/>
                  </a:moveTo>
                  <a:lnTo>
                    <a:pt x="569442" y="967739"/>
                  </a:lnTo>
                  <a:lnTo>
                    <a:pt x="586625" y="981709"/>
                  </a:lnTo>
                  <a:lnTo>
                    <a:pt x="606253" y="991869"/>
                  </a:lnTo>
                  <a:lnTo>
                    <a:pt x="627882" y="999489"/>
                  </a:lnTo>
                  <a:lnTo>
                    <a:pt x="651065" y="1000759"/>
                  </a:lnTo>
                  <a:lnTo>
                    <a:pt x="994168" y="1000759"/>
                  </a:lnTo>
                  <a:lnTo>
                    <a:pt x="1001636" y="994409"/>
                  </a:lnTo>
                  <a:lnTo>
                    <a:pt x="1001636" y="975359"/>
                  </a:lnTo>
                  <a:lnTo>
                    <a:pt x="994168" y="967739"/>
                  </a:lnTo>
                  <a:close/>
                </a:path>
                <a:path w="1002030" h="1000759">
                  <a:moveTo>
                    <a:pt x="25920" y="850899"/>
                  </a:moveTo>
                  <a:lnTo>
                    <a:pt x="7480" y="850899"/>
                  </a:lnTo>
                  <a:lnTo>
                    <a:pt x="0" y="858519"/>
                  </a:lnTo>
                  <a:lnTo>
                    <a:pt x="0" y="960119"/>
                  </a:lnTo>
                  <a:lnTo>
                    <a:pt x="7480" y="967739"/>
                  </a:lnTo>
                  <a:lnTo>
                    <a:pt x="651065" y="967739"/>
                  </a:lnTo>
                  <a:lnTo>
                    <a:pt x="618607" y="961389"/>
                  </a:lnTo>
                  <a:lnTo>
                    <a:pt x="592074" y="943609"/>
                  </a:lnTo>
                  <a:lnTo>
                    <a:pt x="586106" y="934719"/>
                  </a:lnTo>
                  <a:lnTo>
                    <a:pt x="33388" y="934719"/>
                  </a:lnTo>
                  <a:lnTo>
                    <a:pt x="33388" y="858519"/>
                  </a:lnTo>
                  <a:lnTo>
                    <a:pt x="25920" y="850899"/>
                  </a:lnTo>
                  <a:close/>
                </a:path>
                <a:path w="1002030" h="1000759">
                  <a:moveTo>
                    <a:pt x="651065" y="801369"/>
                  </a:moveTo>
                  <a:lnTo>
                    <a:pt x="569442" y="801369"/>
                  </a:lnTo>
                  <a:lnTo>
                    <a:pt x="554781" y="817879"/>
                  </a:lnTo>
                  <a:lnTo>
                    <a:pt x="543688" y="838199"/>
                  </a:lnTo>
                  <a:lnTo>
                    <a:pt x="536665" y="861059"/>
                  </a:lnTo>
                  <a:lnTo>
                    <a:pt x="534212" y="883919"/>
                  </a:lnTo>
                  <a:lnTo>
                    <a:pt x="534978" y="897889"/>
                  </a:lnTo>
                  <a:lnTo>
                    <a:pt x="537208" y="910589"/>
                  </a:lnTo>
                  <a:lnTo>
                    <a:pt x="540797" y="923289"/>
                  </a:lnTo>
                  <a:lnTo>
                    <a:pt x="545642" y="934719"/>
                  </a:lnTo>
                  <a:lnTo>
                    <a:pt x="586106" y="934719"/>
                  </a:lnTo>
                  <a:lnTo>
                    <a:pt x="574170" y="916939"/>
                  </a:lnTo>
                  <a:lnTo>
                    <a:pt x="567601" y="883919"/>
                  </a:lnTo>
                  <a:lnTo>
                    <a:pt x="574170" y="852169"/>
                  </a:lnTo>
                  <a:lnTo>
                    <a:pt x="592074" y="825499"/>
                  </a:lnTo>
                  <a:lnTo>
                    <a:pt x="618607" y="807719"/>
                  </a:lnTo>
                  <a:lnTo>
                    <a:pt x="651065" y="801369"/>
                  </a:lnTo>
                  <a:close/>
                </a:path>
                <a:path w="1002030" h="1000759">
                  <a:moveTo>
                    <a:pt x="994168" y="767079"/>
                  </a:moveTo>
                  <a:lnTo>
                    <a:pt x="474916" y="767079"/>
                  </a:lnTo>
                  <a:lnTo>
                    <a:pt x="467436" y="774699"/>
                  </a:lnTo>
                  <a:lnTo>
                    <a:pt x="467436" y="793749"/>
                  </a:lnTo>
                  <a:lnTo>
                    <a:pt x="474916" y="801369"/>
                  </a:lnTo>
                  <a:lnTo>
                    <a:pt x="968260" y="801369"/>
                  </a:lnTo>
                  <a:lnTo>
                    <a:pt x="968260" y="834389"/>
                  </a:lnTo>
                  <a:lnTo>
                    <a:pt x="651065" y="834389"/>
                  </a:lnTo>
                  <a:lnTo>
                    <a:pt x="631593" y="838199"/>
                  </a:lnTo>
                  <a:lnTo>
                    <a:pt x="615673" y="849629"/>
                  </a:lnTo>
                  <a:lnTo>
                    <a:pt x="604931" y="864869"/>
                  </a:lnTo>
                  <a:lnTo>
                    <a:pt x="600989" y="883919"/>
                  </a:lnTo>
                  <a:lnTo>
                    <a:pt x="604931" y="904239"/>
                  </a:lnTo>
                  <a:lnTo>
                    <a:pt x="615673" y="919479"/>
                  </a:lnTo>
                  <a:lnTo>
                    <a:pt x="631593" y="930909"/>
                  </a:lnTo>
                  <a:lnTo>
                    <a:pt x="651065" y="934719"/>
                  </a:lnTo>
                  <a:lnTo>
                    <a:pt x="994168" y="934719"/>
                  </a:lnTo>
                  <a:lnTo>
                    <a:pt x="1001636" y="927099"/>
                  </a:lnTo>
                  <a:lnTo>
                    <a:pt x="1001636" y="909319"/>
                  </a:lnTo>
                  <a:lnTo>
                    <a:pt x="994168" y="901699"/>
                  </a:lnTo>
                  <a:lnTo>
                    <a:pt x="641870" y="901699"/>
                  </a:lnTo>
                  <a:lnTo>
                    <a:pt x="634377" y="894079"/>
                  </a:lnTo>
                  <a:lnTo>
                    <a:pt x="634377" y="875029"/>
                  </a:lnTo>
                  <a:lnTo>
                    <a:pt x="641870" y="867409"/>
                  </a:lnTo>
                  <a:lnTo>
                    <a:pt x="994168" y="867409"/>
                  </a:lnTo>
                  <a:lnTo>
                    <a:pt x="1001636" y="859789"/>
                  </a:lnTo>
                  <a:lnTo>
                    <a:pt x="1001636" y="774699"/>
                  </a:lnTo>
                  <a:lnTo>
                    <a:pt x="994168" y="767079"/>
                  </a:lnTo>
                  <a:close/>
                </a:path>
                <a:path w="1002030" h="1000759">
                  <a:moveTo>
                    <a:pt x="968260" y="867409"/>
                  </a:moveTo>
                  <a:lnTo>
                    <a:pt x="934872" y="867409"/>
                  </a:lnTo>
                  <a:lnTo>
                    <a:pt x="934872" y="901699"/>
                  </a:lnTo>
                  <a:lnTo>
                    <a:pt x="968260" y="901699"/>
                  </a:lnTo>
                  <a:lnTo>
                    <a:pt x="968260" y="867409"/>
                  </a:lnTo>
                  <a:close/>
                </a:path>
                <a:path w="1002030" h="1000759">
                  <a:moveTo>
                    <a:pt x="217030" y="0"/>
                  </a:moveTo>
                  <a:lnTo>
                    <a:pt x="172666" y="6349"/>
                  </a:lnTo>
                  <a:lnTo>
                    <a:pt x="133546" y="25399"/>
                  </a:lnTo>
                  <a:lnTo>
                    <a:pt x="101681" y="53339"/>
                  </a:lnTo>
                  <a:lnTo>
                    <a:pt x="79084" y="90169"/>
                  </a:lnTo>
                  <a:lnTo>
                    <a:pt x="67767" y="133349"/>
                  </a:lnTo>
                  <a:lnTo>
                    <a:pt x="7480" y="133349"/>
                  </a:lnTo>
                  <a:lnTo>
                    <a:pt x="0" y="140969"/>
                  </a:lnTo>
                  <a:lnTo>
                    <a:pt x="0" y="810259"/>
                  </a:lnTo>
                  <a:lnTo>
                    <a:pt x="7480" y="817879"/>
                  </a:lnTo>
                  <a:lnTo>
                    <a:pt x="25920" y="817879"/>
                  </a:lnTo>
                  <a:lnTo>
                    <a:pt x="33388" y="810259"/>
                  </a:lnTo>
                  <a:lnTo>
                    <a:pt x="33388" y="434339"/>
                  </a:lnTo>
                  <a:lnTo>
                    <a:pt x="493344" y="434339"/>
                  </a:lnTo>
                  <a:lnTo>
                    <a:pt x="500824" y="426719"/>
                  </a:lnTo>
                  <a:lnTo>
                    <a:pt x="500824" y="407669"/>
                  </a:lnTo>
                  <a:lnTo>
                    <a:pt x="493344" y="400049"/>
                  </a:lnTo>
                  <a:lnTo>
                    <a:pt x="33388" y="400049"/>
                  </a:lnTo>
                  <a:lnTo>
                    <a:pt x="33388" y="166369"/>
                  </a:lnTo>
                  <a:lnTo>
                    <a:pt x="103486" y="166369"/>
                  </a:lnTo>
                  <a:lnTo>
                    <a:pt x="100164" y="149859"/>
                  </a:lnTo>
                  <a:lnTo>
                    <a:pt x="109363" y="104139"/>
                  </a:lnTo>
                  <a:lnTo>
                    <a:pt x="134432" y="67309"/>
                  </a:lnTo>
                  <a:lnTo>
                    <a:pt x="171584" y="41909"/>
                  </a:lnTo>
                  <a:lnTo>
                    <a:pt x="217030" y="33019"/>
                  </a:lnTo>
                  <a:lnTo>
                    <a:pt x="309200" y="33019"/>
                  </a:lnTo>
                  <a:lnTo>
                    <a:pt x="300510" y="25399"/>
                  </a:lnTo>
                  <a:lnTo>
                    <a:pt x="261392" y="6349"/>
                  </a:lnTo>
                  <a:lnTo>
                    <a:pt x="217030" y="0"/>
                  </a:lnTo>
                  <a:close/>
                </a:path>
                <a:path w="1002030" h="1000759">
                  <a:moveTo>
                    <a:pt x="534212" y="668019"/>
                  </a:moveTo>
                  <a:lnTo>
                    <a:pt x="500824" y="668019"/>
                  </a:lnTo>
                  <a:lnTo>
                    <a:pt x="500824" y="767079"/>
                  </a:lnTo>
                  <a:lnTo>
                    <a:pt x="534212" y="767079"/>
                  </a:lnTo>
                  <a:lnTo>
                    <a:pt x="534212" y="734059"/>
                  </a:lnTo>
                  <a:lnTo>
                    <a:pt x="827227" y="734059"/>
                  </a:lnTo>
                  <a:lnTo>
                    <a:pt x="834707" y="726439"/>
                  </a:lnTo>
                  <a:lnTo>
                    <a:pt x="834707" y="708659"/>
                  </a:lnTo>
                  <a:lnTo>
                    <a:pt x="827227" y="701039"/>
                  </a:lnTo>
                  <a:lnTo>
                    <a:pt x="534212" y="701039"/>
                  </a:lnTo>
                  <a:lnTo>
                    <a:pt x="534212" y="668019"/>
                  </a:lnTo>
                  <a:close/>
                </a:path>
                <a:path w="1002030" h="1000759">
                  <a:moveTo>
                    <a:pt x="884351" y="668019"/>
                  </a:moveTo>
                  <a:lnTo>
                    <a:pt x="818007" y="668019"/>
                  </a:lnTo>
                  <a:lnTo>
                    <a:pt x="837481" y="671829"/>
                  </a:lnTo>
                  <a:lnTo>
                    <a:pt x="853405" y="681989"/>
                  </a:lnTo>
                  <a:lnTo>
                    <a:pt x="864152" y="698499"/>
                  </a:lnTo>
                  <a:lnTo>
                    <a:pt x="868095" y="717549"/>
                  </a:lnTo>
                  <a:lnTo>
                    <a:pt x="864152" y="736599"/>
                  </a:lnTo>
                  <a:lnTo>
                    <a:pt x="853405" y="753109"/>
                  </a:lnTo>
                  <a:lnTo>
                    <a:pt x="837481" y="763269"/>
                  </a:lnTo>
                  <a:lnTo>
                    <a:pt x="818007" y="767079"/>
                  </a:lnTo>
                  <a:lnTo>
                    <a:pt x="884351" y="767079"/>
                  </a:lnTo>
                  <a:lnTo>
                    <a:pt x="891502" y="756919"/>
                  </a:lnTo>
                  <a:lnTo>
                    <a:pt x="896894" y="744219"/>
                  </a:lnTo>
                  <a:lnTo>
                    <a:pt x="900298" y="731519"/>
                  </a:lnTo>
                  <a:lnTo>
                    <a:pt x="901484" y="717549"/>
                  </a:lnTo>
                  <a:lnTo>
                    <a:pt x="900298" y="703579"/>
                  </a:lnTo>
                  <a:lnTo>
                    <a:pt x="896894" y="690879"/>
                  </a:lnTo>
                  <a:lnTo>
                    <a:pt x="891502" y="678179"/>
                  </a:lnTo>
                  <a:lnTo>
                    <a:pt x="884351" y="668019"/>
                  </a:lnTo>
                  <a:close/>
                </a:path>
                <a:path w="1002030" h="1000759">
                  <a:moveTo>
                    <a:pt x="968260" y="600709"/>
                  </a:moveTo>
                  <a:lnTo>
                    <a:pt x="934872" y="600709"/>
                  </a:lnTo>
                  <a:lnTo>
                    <a:pt x="934872" y="633729"/>
                  </a:lnTo>
                  <a:lnTo>
                    <a:pt x="474916" y="633729"/>
                  </a:lnTo>
                  <a:lnTo>
                    <a:pt x="467436" y="641349"/>
                  </a:lnTo>
                  <a:lnTo>
                    <a:pt x="467436" y="660399"/>
                  </a:lnTo>
                  <a:lnTo>
                    <a:pt x="474916" y="668019"/>
                  </a:lnTo>
                  <a:lnTo>
                    <a:pt x="934872" y="668019"/>
                  </a:lnTo>
                  <a:lnTo>
                    <a:pt x="934872" y="726439"/>
                  </a:lnTo>
                  <a:lnTo>
                    <a:pt x="942340" y="734059"/>
                  </a:lnTo>
                  <a:lnTo>
                    <a:pt x="960780" y="734059"/>
                  </a:lnTo>
                  <a:lnTo>
                    <a:pt x="968260" y="726439"/>
                  </a:lnTo>
                  <a:lnTo>
                    <a:pt x="968260" y="600709"/>
                  </a:lnTo>
                  <a:close/>
                </a:path>
                <a:path w="1002030" h="1000759">
                  <a:moveTo>
                    <a:pt x="675570" y="440689"/>
                  </a:moveTo>
                  <a:lnTo>
                    <a:pt x="567601" y="440689"/>
                  </a:lnTo>
                  <a:lnTo>
                    <a:pt x="600989" y="450849"/>
                  </a:lnTo>
                  <a:lnTo>
                    <a:pt x="600989" y="570229"/>
                  </a:lnTo>
                  <a:lnTo>
                    <a:pt x="587596" y="577849"/>
                  </a:lnTo>
                  <a:lnTo>
                    <a:pt x="577027" y="588009"/>
                  </a:lnTo>
                  <a:lnTo>
                    <a:pt x="570092" y="601979"/>
                  </a:lnTo>
                  <a:lnTo>
                    <a:pt x="567601" y="617219"/>
                  </a:lnTo>
                  <a:lnTo>
                    <a:pt x="567601" y="623569"/>
                  </a:lnTo>
                  <a:lnTo>
                    <a:pt x="568807" y="628649"/>
                  </a:lnTo>
                  <a:lnTo>
                    <a:pt x="570674" y="633729"/>
                  </a:lnTo>
                  <a:lnTo>
                    <a:pt x="608482" y="633729"/>
                  </a:lnTo>
                  <a:lnTo>
                    <a:pt x="600989" y="626109"/>
                  </a:lnTo>
                  <a:lnTo>
                    <a:pt x="600989" y="608329"/>
                  </a:lnTo>
                  <a:lnTo>
                    <a:pt x="608482" y="600709"/>
                  </a:lnTo>
                  <a:lnTo>
                    <a:pt x="968260" y="600709"/>
                  </a:lnTo>
                  <a:lnTo>
                    <a:pt x="968260" y="567689"/>
                  </a:lnTo>
                  <a:lnTo>
                    <a:pt x="634377" y="567689"/>
                  </a:lnTo>
                  <a:lnTo>
                    <a:pt x="634377" y="462279"/>
                  </a:lnTo>
                  <a:lnTo>
                    <a:pt x="739881" y="462279"/>
                  </a:lnTo>
                  <a:lnTo>
                    <a:pt x="675570" y="440689"/>
                  </a:lnTo>
                  <a:close/>
                </a:path>
                <a:path w="1002030" h="1000759">
                  <a:moveTo>
                    <a:pt x="523392" y="483869"/>
                  </a:moveTo>
                  <a:lnTo>
                    <a:pt x="517512" y="483869"/>
                  </a:lnTo>
                  <a:lnTo>
                    <a:pt x="498040" y="487679"/>
                  </a:lnTo>
                  <a:lnTo>
                    <a:pt x="482120" y="499109"/>
                  </a:lnTo>
                  <a:lnTo>
                    <a:pt x="471377" y="514349"/>
                  </a:lnTo>
                  <a:lnTo>
                    <a:pt x="467436" y="533399"/>
                  </a:lnTo>
                  <a:lnTo>
                    <a:pt x="471377" y="553719"/>
                  </a:lnTo>
                  <a:lnTo>
                    <a:pt x="482120" y="568959"/>
                  </a:lnTo>
                  <a:lnTo>
                    <a:pt x="498040" y="580389"/>
                  </a:lnTo>
                  <a:lnTo>
                    <a:pt x="517512" y="584199"/>
                  </a:lnTo>
                  <a:lnTo>
                    <a:pt x="536991" y="580389"/>
                  </a:lnTo>
                  <a:lnTo>
                    <a:pt x="552915" y="568959"/>
                  </a:lnTo>
                  <a:lnTo>
                    <a:pt x="563659" y="553719"/>
                  </a:lnTo>
                  <a:lnTo>
                    <a:pt x="564151" y="551179"/>
                  </a:lnTo>
                  <a:lnTo>
                    <a:pt x="508317" y="551179"/>
                  </a:lnTo>
                  <a:lnTo>
                    <a:pt x="500824" y="543559"/>
                  </a:lnTo>
                  <a:lnTo>
                    <a:pt x="500824" y="524509"/>
                  </a:lnTo>
                  <a:lnTo>
                    <a:pt x="508317" y="516889"/>
                  </a:lnTo>
                  <a:lnTo>
                    <a:pt x="567601" y="516889"/>
                  </a:lnTo>
                  <a:lnTo>
                    <a:pt x="567601" y="486409"/>
                  </a:lnTo>
                  <a:lnTo>
                    <a:pt x="534212" y="486409"/>
                  </a:lnTo>
                  <a:lnTo>
                    <a:pt x="528967" y="485139"/>
                  </a:lnTo>
                  <a:lnTo>
                    <a:pt x="523392" y="483869"/>
                  </a:lnTo>
                  <a:close/>
                </a:path>
                <a:path w="1002030" h="1000759">
                  <a:moveTo>
                    <a:pt x="894003" y="488949"/>
                  </a:moveTo>
                  <a:lnTo>
                    <a:pt x="875563" y="488949"/>
                  </a:lnTo>
                  <a:lnTo>
                    <a:pt x="868095" y="496569"/>
                  </a:lnTo>
                  <a:lnTo>
                    <a:pt x="868095" y="567689"/>
                  </a:lnTo>
                  <a:lnTo>
                    <a:pt x="901484" y="567689"/>
                  </a:lnTo>
                  <a:lnTo>
                    <a:pt x="901484" y="496569"/>
                  </a:lnTo>
                  <a:lnTo>
                    <a:pt x="894003" y="488949"/>
                  </a:lnTo>
                  <a:close/>
                </a:path>
                <a:path w="1002030" h="1000759">
                  <a:moveTo>
                    <a:pt x="968260" y="440689"/>
                  </a:moveTo>
                  <a:lnTo>
                    <a:pt x="934872" y="440689"/>
                  </a:lnTo>
                  <a:lnTo>
                    <a:pt x="934872" y="567689"/>
                  </a:lnTo>
                  <a:lnTo>
                    <a:pt x="968260" y="567689"/>
                  </a:lnTo>
                  <a:lnTo>
                    <a:pt x="968260" y="440689"/>
                  </a:lnTo>
                  <a:close/>
                </a:path>
                <a:path w="1002030" h="1000759">
                  <a:moveTo>
                    <a:pt x="567601" y="516889"/>
                  </a:moveTo>
                  <a:lnTo>
                    <a:pt x="526719" y="516889"/>
                  </a:lnTo>
                  <a:lnTo>
                    <a:pt x="534212" y="524509"/>
                  </a:lnTo>
                  <a:lnTo>
                    <a:pt x="534212" y="543559"/>
                  </a:lnTo>
                  <a:lnTo>
                    <a:pt x="526719" y="551179"/>
                  </a:lnTo>
                  <a:lnTo>
                    <a:pt x="564151" y="551179"/>
                  </a:lnTo>
                  <a:lnTo>
                    <a:pt x="567601" y="533399"/>
                  </a:lnTo>
                  <a:lnTo>
                    <a:pt x="567601" y="516889"/>
                  </a:lnTo>
                  <a:close/>
                </a:path>
                <a:path w="1002030" h="1000759">
                  <a:moveTo>
                    <a:pt x="739881" y="462279"/>
                  </a:moveTo>
                  <a:lnTo>
                    <a:pt x="634377" y="462279"/>
                  </a:lnTo>
                  <a:lnTo>
                    <a:pt x="745959" y="499109"/>
                  </a:lnTo>
                  <a:lnTo>
                    <a:pt x="747674" y="500379"/>
                  </a:lnTo>
                  <a:lnTo>
                    <a:pt x="754786" y="500379"/>
                  </a:lnTo>
                  <a:lnTo>
                    <a:pt x="858240" y="466089"/>
                  </a:lnTo>
                  <a:lnTo>
                    <a:pt x="751230" y="466089"/>
                  </a:lnTo>
                  <a:lnTo>
                    <a:pt x="739881" y="462279"/>
                  </a:lnTo>
                  <a:close/>
                </a:path>
                <a:path w="1002030" h="1000759">
                  <a:moveTo>
                    <a:pt x="717842" y="0"/>
                  </a:moveTo>
                  <a:lnTo>
                    <a:pt x="673479" y="6349"/>
                  </a:lnTo>
                  <a:lnTo>
                    <a:pt x="634361" y="25399"/>
                  </a:lnTo>
                  <a:lnTo>
                    <a:pt x="602498" y="53339"/>
                  </a:lnTo>
                  <a:lnTo>
                    <a:pt x="579900" y="90169"/>
                  </a:lnTo>
                  <a:lnTo>
                    <a:pt x="568579" y="133349"/>
                  </a:lnTo>
                  <a:lnTo>
                    <a:pt x="207810" y="133349"/>
                  </a:lnTo>
                  <a:lnTo>
                    <a:pt x="200329" y="140969"/>
                  </a:lnTo>
                  <a:lnTo>
                    <a:pt x="200329" y="158749"/>
                  </a:lnTo>
                  <a:lnTo>
                    <a:pt x="207810" y="166369"/>
                  </a:lnTo>
                  <a:lnTo>
                    <a:pt x="568579" y="166369"/>
                  </a:lnTo>
                  <a:lnTo>
                    <a:pt x="577623" y="203199"/>
                  </a:lnTo>
                  <a:lnTo>
                    <a:pt x="595264" y="236219"/>
                  </a:lnTo>
                  <a:lnTo>
                    <a:pt x="620206" y="264159"/>
                  </a:lnTo>
                  <a:lnTo>
                    <a:pt x="651154" y="284479"/>
                  </a:lnTo>
                  <a:lnTo>
                    <a:pt x="654040" y="304799"/>
                  </a:lnTo>
                  <a:lnTo>
                    <a:pt x="661787" y="323849"/>
                  </a:lnTo>
                  <a:lnTo>
                    <a:pt x="673710" y="340359"/>
                  </a:lnTo>
                  <a:lnTo>
                    <a:pt x="689127" y="353059"/>
                  </a:lnTo>
                  <a:lnTo>
                    <a:pt x="545617" y="401319"/>
                  </a:lnTo>
                  <a:lnTo>
                    <a:pt x="544334" y="401319"/>
                  </a:lnTo>
                  <a:lnTo>
                    <a:pt x="543826" y="402589"/>
                  </a:lnTo>
                  <a:lnTo>
                    <a:pt x="542023" y="402589"/>
                  </a:lnTo>
                  <a:lnTo>
                    <a:pt x="540905" y="403859"/>
                  </a:lnTo>
                  <a:lnTo>
                    <a:pt x="539381" y="405129"/>
                  </a:lnTo>
                  <a:lnTo>
                    <a:pt x="537578" y="407669"/>
                  </a:lnTo>
                  <a:lnTo>
                    <a:pt x="536854" y="408939"/>
                  </a:lnTo>
                  <a:lnTo>
                    <a:pt x="535952" y="410209"/>
                  </a:lnTo>
                  <a:lnTo>
                    <a:pt x="535609" y="410209"/>
                  </a:lnTo>
                  <a:lnTo>
                    <a:pt x="534695" y="412749"/>
                  </a:lnTo>
                  <a:lnTo>
                    <a:pt x="534212" y="415289"/>
                  </a:lnTo>
                  <a:lnTo>
                    <a:pt x="534212" y="486409"/>
                  </a:lnTo>
                  <a:lnTo>
                    <a:pt x="567601" y="486409"/>
                  </a:lnTo>
                  <a:lnTo>
                    <a:pt x="567601" y="440689"/>
                  </a:lnTo>
                  <a:lnTo>
                    <a:pt x="675570" y="440689"/>
                  </a:lnTo>
                  <a:lnTo>
                    <a:pt x="603694" y="416559"/>
                  </a:lnTo>
                  <a:lnTo>
                    <a:pt x="751230" y="368299"/>
                  </a:lnTo>
                  <a:lnTo>
                    <a:pt x="858532" y="368299"/>
                  </a:lnTo>
                  <a:lnTo>
                    <a:pt x="789825" y="345439"/>
                  </a:lnTo>
                  <a:lnTo>
                    <a:pt x="800308" y="334009"/>
                  </a:lnTo>
                  <a:lnTo>
                    <a:pt x="734542" y="334009"/>
                  </a:lnTo>
                  <a:lnTo>
                    <a:pt x="718172" y="331469"/>
                  </a:lnTo>
                  <a:lnTo>
                    <a:pt x="704114" y="322579"/>
                  </a:lnTo>
                  <a:lnTo>
                    <a:pt x="693260" y="311149"/>
                  </a:lnTo>
                  <a:lnTo>
                    <a:pt x="686498" y="297179"/>
                  </a:lnTo>
                  <a:lnTo>
                    <a:pt x="730824" y="297179"/>
                  </a:lnTo>
                  <a:lnTo>
                    <a:pt x="737316" y="295909"/>
                  </a:lnTo>
                  <a:lnTo>
                    <a:pt x="753240" y="285749"/>
                  </a:lnTo>
                  <a:lnTo>
                    <a:pt x="763987" y="269239"/>
                  </a:lnTo>
                  <a:lnTo>
                    <a:pt x="764512" y="266699"/>
                  </a:lnTo>
                  <a:lnTo>
                    <a:pt x="717842" y="266699"/>
                  </a:lnTo>
                  <a:lnTo>
                    <a:pt x="672398" y="257809"/>
                  </a:lnTo>
                  <a:lnTo>
                    <a:pt x="635250" y="232409"/>
                  </a:lnTo>
                  <a:lnTo>
                    <a:pt x="610185" y="195579"/>
                  </a:lnTo>
                  <a:lnTo>
                    <a:pt x="600989" y="149859"/>
                  </a:lnTo>
                  <a:lnTo>
                    <a:pt x="610185" y="104139"/>
                  </a:lnTo>
                  <a:lnTo>
                    <a:pt x="635250" y="67309"/>
                  </a:lnTo>
                  <a:lnTo>
                    <a:pt x="672398" y="41909"/>
                  </a:lnTo>
                  <a:lnTo>
                    <a:pt x="717842" y="33019"/>
                  </a:lnTo>
                  <a:lnTo>
                    <a:pt x="810016" y="33019"/>
                  </a:lnTo>
                  <a:lnTo>
                    <a:pt x="801326" y="25399"/>
                  </a:lnTo>
                  <a:lnTo>
                    <a:pt x="762205" y="6349"/>
                  </a:lnTo>
                  <a:lnTo>
                    <a:pt x="717842" y="0"/>
                  </a:lnTo>
                  <a:close/>
                </a:path>
                <a:path w="1002030" h="1000759">
                  <a:moveTo>
                    <a:pt x="858532" y="368299"/>
                  </a:moveTo>
                  <a:lnTo>
                    <a:pt x="751230" y="368299"/>
                  </a:lnTo>
                  <a:lnTo>
                    <a:pt x="898779" y="416559"/>
                  </a:lnTo>
                  <a:lnTo>
                    <a:pt x="751230" y="466089"/>
                  </a:lnTo>
                  <a:lnTo>
                    <a:pt x="858240" y="466089"/>
                  </a:lnTo>
                  <a:lnTo>
                    <a:pt x="934872" y="440689"/>
                  </a:lnTo>
                  <a:lnTo>
                    <a:pt x="968260" y="440689"/>
                  </a:lnTo>
                  <a:lnTo>
                    <a:pt x="968260" y="393699"/>
                  </a:lnTo>
                  <a:lnTo>
                    <a:pt x="934872" y="393699"/>
                  </a:lnTo>
                  <a:lnTo>
                    <a:pt x="858532" y="368299"/>
                  </a:lnTo>
                  <a:close/>
                </a:path>
                <a:path w="1002030" h="1000759">
                  <a:moveTo>
                    <a:pt x="960780" y="133349"/>
                  </a:moveTo>
                  <a:lnTo>
                    <a:pt x="708634" y="133349"/>
                  </a:lnTo>
                  <a:lnTo>
                    <a:pt x="701154" y="140969"/>
                  </a:lnTo>
                  <a:lnTo>
                    <a:pt x="701154" y="158749"/>
                  </a:lnTo>
                  <a:lnTo>
                    <a:pt x="708634" y="166369"/>
                  </a:lnTo>
                  <a:lnTo>
                    <a:pt x="934872" y="166369"/>
                  </a:lnTo>
                  <a:lnTo>
                    <a:pt x="934872" y="393699"/>
                  </a:lnTo>
                  <a:lnTo>
                    <a:pt x="968260" y="393699"/>
                  </a:lnTo>
                  <a:lnTo>
                    <a:pt x="968260" y="140969"/>
                  </a:lnTo>
                  <a:lnTo>
                    <a:pt x="960780" y="133349"/>
                  </a:lnTo>
                  <a:close/>
                </a:path>
                <a:path w="1002030" h="1000759">
                  <a:moveTo>
                    <a:pt x="103486" y="166369"/>
                  </a:moveTo>
                  <a:lnTo>
                    <a:pt x="67767" y="166369"/>
                  </a:lnTo>
                  <a:lnTo>
                    <a:pt x="76806" y="203199"/>
                  </a:lnTo>
                  <a:lnTo>
                    <a:pt x="94446" y="236219"/>
                  </a:lnTo>
                  <a:lnTo>
                    <a:pt x="119387" y="264159"/>
                  </a:lnTo>
                  <a:lnTo>
                    <a:pt x="150329" y="284479"/>
                  </a:lnTo>
                  <a:lnTo>
                    <a:pt x="157138" y="316229"/>
                  </a:lnTo>
                  <a:lnTo>
                    <a:pt x="175064" y="342899"/>
                  </a:lnTo>
                  <a:lnTo>
                    <a:pt x="201470" y="360679"/>
                  </a:lnTo>
                  <a:lnTo>
                    <a:pt x="233718" y="367029"/>
                  </a:lnTo>
                  <a:lnTo>
                    <a:pt x="266178" y="360679"/>
                  </a:lnTo>
                  <a:lnTo>
                    <a:pt x="292715" y="342899"/>
                  </a:lnTo>
                  <a:lnTo>
                    <a:pt x="298685" y="334009"/>
                  </a:lnTo>
                  <a:lnTo>
                    <a:pt x="233718" y="334009"/>
                  </a:lnTo>
                  <a:lnTo>
                    <a:pt x="217352" y="331469"/>
                  </a:lnTo>
                  <a:lnTo>
                    <a:pt x="203295" y="322579"/>
                  </a:lnTo>
                  <a:lnTo>
                    <a:pt x="192437" y="311149"/>
                  </a:lnTo>
                  <a:lnTo>
                    <a:pt x="185674" y="297179"/>
                  </a:lnTo>
                  <a:lnTo>
                    <a:pt x="230011" y="297179"/>
                  </a:lnTo>
                  <a:lnTo>
                    <a:pt x="236502" y="295909"/>
                  </a:lnTo>
                  <a:lnTo>
                    <a:pt x="252422" y="285749"/>
                  </a:lnTo>
                  <a:lnTo>
                    <a:pt x="263164" y="269239"/>
                  </a:lnTo>
                  <a:lnTo>
                    <a:pt x="263690" y="266699"/>
                  </a:lnTo>
                  <a:lnTo>
                    <a:pt x="217030" y="266699"/>
                  </a:lnTo>
                  <a:lnTo>
                    <a:pt x="171584" y="257809"/>
                  </a:lnTo>
                  <a:lnTo>
                    <a:pt x="134432" y="232409"/>
                  </a:lnTo>
                  <a:lnTo>
                    <a:pt x="109363" y="195579"/>
                  </a:lnTo>
                  <a:lnTo>
                    <a:pt x="103486" y="166369"/>
                  </a:lnTo>
                  <a:close/>
                </a:path>
                <a:path w="1002030" h="1000759">
                  <a:moveTo>
                    <a:pt x="307213" y="246379"/>
                  </a:moveTo>
                  <a:lnTo>
                    <a:pt x="266712" y="246379"/>
                  </a:lnTo>
                  <a:lnTo>
                    <a:pt x="273771" y="253999"/>
                  </a:lnTo>
                  <a:lnTo>
                    <a:pt x="279160" y="262889"/>
                  </a:lnTo>
                  <a:lnTo>
                    <a:pt x="282598" y="273049"/>
                  </a:lnTo>
                  <a:lnTo>
                    <a:pt x="283806" y="283209"/>
                  </a:lnTo>
                  <a:lnTo>
                    <a:pt x="279863" y="303529"/>
                  </a:lnTo>
                  <a:lnTo>
                    <a:pt x="269116" y="318769"/>
                  </a:lnTo>
                  <a:lnTo>
                    <a:pt x="253192" y="330199"/>
                  </a:lnTo>
                  <a:lnTo>
                    <a:pt x="233718" y="334009"/>
                  </a:lnTo>
                  <a:lnTo>
                    <a:pt x="298685" y="334009"/>
                  </a:lnTo>
                  <a:lnTo>
                    <a:pt x="310624" y="316229"/>
                  </a:lnTo>
                  <a:lnTo>
                    <a:pt x="317195" y="283209"/>
                  </a:lnTo>
                  <a:lnTo>
                    <a:pt x="310624" y="251459"/>
                  </a:lnTo>
                  <a:lnTo>
                    <a:pt x="307213" y="246379"/>
                  </a:lnTo>
                  <a:close/>
                </a:path>
                <a:path w="1002030" h="1000759">
                  <a:moveTo>
                    <a:pt x="808027" y="246379"/>
                  </a:moveTo>
                  <a:lnTo>
                    <a:pt x="767524" y="246379"/>
                  </a:lnTo>
                  <a:lnTo>
                    <a:pt x="774583" y="253999"/>
                  </a:lnTo>
                  <a:lnTo>
                    <a:pt x="779972" y="262889"/>
                  </a:lnTo>
                  <a:lnTo>
                    <a:pt x="783410" y="273049"/>
                  </a:lnTo>
                  <a:lnTo>
                    <a:pt x="784618" y="283209"/>
                  </a:lnTo>
                  <a:lnTo>
                    <a:pt x="780676" y="303529"/>
                  </a:lnTo>
                  <a:lnTo>
                    <a:pt x="769934" y="318769"/>
                  </a:lnTo>
                  <a:lnTo>
                    <a:pt x="754014" y="330199"/>
                  </a:lnTo>
                  <a:lnTo>
                    <a:pt x="734542" y="334009"/>
                  </a:lnTo>
                  <a:lnTo>
                    <a:pt x="800308" y="334009"/>
                  </a:lnTo>
                  <a:lnTo>
                    <a:pt x="801472" y="332739"/>
                  </a:lnTo>
                  <a:lnTo>
                    <a:pt x="810355" y="317499"/>
                  </a:lnTo>
                  <a:lnTo>
                    <a:pt x="816018" y="300989"/>
                  </a:lnTo>
                  <a:lnTo>
                    <a:pt x="818007" y="283209"/>
                  </a:lnTo>
                  <a:lnTo>
                    <a:pt x="811437" y="251459"/>
                  </a:lnTo>
                  <a:lnTo>
                    <a:pt x="808027" y="246379"/>
                  </a:lnTo>
                  <a:close/>
                </a:path>
                <a:path w="1002030" h="1000759">
                  <a:moveTo>
                    <a:pt x="230011" y="297179"/>
                  </a:moveTo>
                  <a:lnTo>
                    <a:pt x="185674" y="297179"/>
                  </a:lnTo>
                  <a:lnTo>
                    <a:pt x="201114" y="299719"/>
                  </a:lnTo>
                  <a:lnTo>
                    <a:pt x="217030" y="299719"/>
                  </a:lnTo>
                  <a:lnTo>
                    <a:pt x="230011" y="297179"/>
                  </a:lnTo>
                  <a:close/>
                </a:path>
                <a:path w="1002030" h="1000759">
                  <a:moveTo>
                    <a:pt x="730824" y="297179"/>
                  </a:moveTo>
                  <a:lnTo>
                    <a:pt x="686498" y="297179"/>
                  </a:lnTo>
                  <a:lnTo>
                    <a:pt x="701932" y="299719"/>
                  </a:lnTo>
                  <a:lnTo>
                    <a:pt x="717842" y="299719"/>
                  </a:lnTo>
                  <a:lnTo>
                    <a:pt x="730824" y="297179"/>
                  </a:lnTo>
                  <a:close/>
                </a:path>
                <a:path w="1002030" h="1000759">
                  <a:moveTo>
                    <a:pt x="217030" y="66039"/>
                  </a:moveTo>
                  <a:lnTo>
                    <a:pt x="184570" y="73659"/>
                  </a:lnTo>
                  <a:lnTo>
                    <a:pt x="158032" y="91439"/>
                  </a:lnTo>
                  <a:lnTo>
                    <a:pt x="140124" y="118109"/>
                  </a:lnTo>
                  <a:lnTo>
                    <a:pt x="133553" y="149859"/>
                  </a:lnTo>
                  <a:lnTo>
                    <a:pt x="140124" y="182879"/>
                  </a:lnTo>
                  <a:lnTo>
                    <a:pt x="158032" y="209549"/>
                  </a:lnTo>
                  <a:lnTo>
                    <a:pt x="184570" y="227329"/>
                  </a:lnTo>
                  <a:lnTo>
                    <a:pt x="217030" y="233679"/>
                  </a:lnTo>
                  <a:lnTo>
                    <a:pt x="226225" y="233679"/>
                  </a:lnTo>
                  <a:lnTo>
                    <a:pt x="233718" y="241299"/>
                  </a:lnTo>
                  <a:lnTo>
                    <a:pt x="233718" y="259079"/>
                  </a:lnTo>
                  <a:lnTo>
                    <a:pt x="226225" y="266699"/>
                  </a:lnTo>
                  <a:lnTo>
                    <a:pt x="263690" y="266699"/>
                  </a:lnTo>
                  <a:lnTo>
                    <a:pt x="267106" y="250189"/>
                  </a:lnTo>
                  <a:lnTo>
                    <a:pt x="267106" y="248919"/>
                  </a:lnTo>
                  <a:lnTo>
                    <a:pt x="266814" y="247649"/>
                  </a:lnTo>
                  <a:lnTo>
                    <a:pt x="266712" y="246379"/>
                  </a:lnTo>
                  <a:lnTo>
                    <a:pt x="307213" y="246379"/>
                  </a:lnTo>
                  <a:lnTo>
                    <a:pt x="292715" y="224789"/>
                  </a:lnTo>
                  <a:lnTo>
                    <a:pt x="266178" y="207009"/>
                  </a:lnTo>
                  <a:lnTo>
                    <a:pt x="233718" y="200659"/>
                  </a:lnTo>
                  <a:lnTo>
                    <a:pt x="217030" y="200659"/>
                  </a:lnTo>
                  <a:lnTo>
                    <a:pt x="197556" y="195579"/>
                  </a:lnTo>
                  <a:lnTo>
                    <a:pt x="181632" y="185419"/>
                  </a:lnTo>
                  <a:lnTo>
                    <a:pt x="170885" y="168909"/>
                  </a:lnTo>
                  <a:lnTo>
                    <a:pt x="166941" y="149859"/>
                  </a:lnTo>
                  <a:lnTo>
                    <a:pt x="170885" y="130809"/>
                  </a:lnTo>
                  <a:lnTo>
                    <a:pt x="181632" y="114299"/>
                  </a:lnTo>
                  <a:lnTo>
                    <a:pt x="197556" y="104139"/>
                  </a:lnTo>
                  <a:lnTo>
                    <a:pt x="217030" y="100329"/>
                  </a:lnTo>
                  <a:lnTo>
                    <a:pt x="283046" y="100329"/>
                  </a:lnTo>
                  <a:lnTo>
                    <a:pt x="270129" y="85089"/>
                  </a:lnTo>
                  <a:lnTo>
                    <a:pt x="245723" y="71119"/>
                  </a:lnTo>
                  <a:lnTo>
                    <a:pt x="217030" y="66039"/>
                  </a:lnTo>
                  <a:close/>
                </a:path>
                <a:path w="1002030" h="1000759">
                  <a:moveTo>
                    <a:pt x="717842" y="66039"/>
                  </a:moveTo>
                  <a:lnTo>
                    <a:pt x="685384" y="73659"/>
                  </a:lnTo>
                  <a:lnTo>
                    <a:pt x="658850" y="91439"/>
                  </a:lnTo>
                  <a:lnTo>
                    <a:pt x="640946" y="118109"/>
                  </a:lnTo>
                  <a:lnTo>
                    <a:pt x="634377" y="149859"/>
                  </a:lnTo>
                  <a:lnTo>
                    <a:pt x="640946" y="182879"/>
                  </a:lnTo>
                  <a:lnTo>
                    <a:pt x="658850" y="209549"/>
                  </a:lnTo>
                  <a:lnTo>
                    <a:pt x="685384" y="227329"/>
                  </a:lnTo>
                  <a:lnTo>
                    <a:pt x="717842" y="233679"/>
                  </a:lnTo>
                  <a:lnTo>
                    <a:pt x="727049" y="233679"/>
                  </a:lnTo>
                  <a:lnTo>
                    <a:pt x="734542" y="241299"/>
                  </a:lnTo>
                  <a:lnTo>
                    <a:pt x="734542" y="259079"/>
                  </a:lnTo>
                  <a:lnTo>
                    <a:pt x="727049" y="266699"/>
                  </a:lnTo>
                  <a:lnTo>
                    <a:pt x="764512" y="266699"/>
                  </a:lnTo>
                  <a:lnTo>
                    <a:pt x="767930" y="250189"/>
                  </a:lnTo>
                  <a:lnTo>
                    <a:pt x="767930" y="248919"/>
                  </a:lnTo>
                  <a:lnTo>
                    <a:pt x="767626" y="247649"/>
                  </a:lnTo>
                  <a:lnTo>
                    <a:pt x="767524" y="246379"/>
                  </a:lnTo>
                  <a:lnTo>
                    <a:pt x="808027" y="246379"/>
                  </a:lnTo>
                  <a:lnTo>
                    <a:pt x="793534" y="224789"/>
                  </a:lnTo>
                  <a:lnTo>
                    <a:pt x="767000" y="207009"/>
                  </a:lnTo>
                  <a:lnTo>
                    <a:pt x="734542" y="200659"/>
                  </a:lnTo>
                  <a:lnTo>
                    <a:pt x="717842" y="200659"/>
                  </a:lnTo>
                  <a:lnTo>
                    <a:pt x="698369" y="195579"/>
                  </a:lnTo>
                  <a:lnTo>
                    <a:pt x="682450" y="185419"/>
                  </a:lnTo>
                  <a:lnTo>
                    <a:pt x="671707" y="168909"/>
                  </a:lnTo>
                  <a:lnTo>
                    <a:pt x="667766" y="149859"/>
                  </a:lnTo>
                  <a:lnTo>
                    <a:pt x="671707" y="130809"/>
                  </a:lnTo>
                  <a:lnTo>
                    <a:pt x="682450" y="114299"/>
                  </a:lnTo>
                  <a:lnTo>
                    <a:pt x="698369" y="104139"/>
                  </a:lnTo>
                  <a:lnTo>
                    <a:pt x="717842" y="100329"/>
                  </a:lnTo>
                  <a:lnTo>
                    <a:pt x="783859" y="100329"/>
                  </a:lnTo>
                  <a:lnTo>
                    <a:pt x="770937" y="85089"/>
                  </a:lnTo>
                  <a:lnTo>
                    <a:pt x="746530" y="71119"/>
                  </a:lnTo>
                  <a:lnTo>
                    <a:pt x="717842" y="66039"/>
                  </a:lnTo>
                  <a:close/>
                </a:path>
                <a:path w="1002030" h="1000759">
                  <a:moveTo>
                    <a:pt x="283046" y="100329"/>
                  </a:moveTo>
                  <a:lnTo>
                    <a:pt x="217030" y="100329"/>
                  </a:lnTo>
                  <a:lnTo>
                    <a:pt x="232570" y="102869"/>
                  </a:lnTo>
                  <a:lnTo>
                    <a:pt x="246089" y="109219"/>
                  </a:lnTo>
                  <a:lnTo>
                    <a:pt x="256829" y="119379"/>
                  </a:lnTo>
                  <a:lnTo>
                    <a:pt x="264033" y="133349"/>
                  </a:lnTo>
                  <a:lnTo>
                    <a:pt x="298805" y="133349"/>
                  </a:lnTo>
                  <a:lnTo>
                    <a:pt x="288428" y="106679"/>
                  </a:lnTo>
                  <a:lnTo>
                    <a:pt x="283046" y="100329"/>
                  </a:lnTo>
                  <a:close/>
                </a:path>
                <a:path w="1002030" h="1000759">
                  <a:moveTo>
                    <a:pt x="309200" y="33019"/>
                  </a:moveTo>
                  <a:lnTo>
                    <a:pt x="217030" y="33019"/>
                  </a:lnTo>
                  <a:lnTo>
                    <a:pt x="258756" y="40639"/>
                  </a:lnTo>
                  <a:lnTo>
                    <a:pt x="293858" y="62229"/>
                  </a:lnTo>
                  <a:lnTo>
                    <a:pt x="319464" y="93979"/>
                  </a:lnTo>
                  <a:lnTo>
                    <a:pt x="332701" y="133349"/>
                  </a:lnTo>
                  <a:lnTo>
                    <a:pt x="366293" y="133349"/>
                  </a:lnTo>
                  <a:lnTo>
                    <a:pt x="354971" y="90169"/>
                  </a:lnTo>
                  <a:lnTo>
                    <a:pt x="332373" y="53339"/>
                  </a:lnTo>
                  <a:lnTo>
                    <a:pt x="309200" y="33019"/>
                  </a:lnTo>
                  <a:close/>
                </a:path>
                <a:path w="1002030" h="1000759">
                  <a:moveTo>
                    <a:pt x="783859" y="100329"/>
                  </a:moveTo>
                  <a:lnTo>
                    <a:pt x="717842" y="100329"/>
                  </a:lnTo>
                  <a:lnTo>
                    <a:pt x="733389" y="102869"/>
                  </a:lnTo>
                  <a:lnTo>
                    <a:pt x="746912" y="109219"/>
                  </a:lnTo>
                  <a:lnTo>
                    <a:pt x="757654" y="119379"/>
                  </a:lnTo>
                  <a:lnTo>
                    <a:pt x="764857" y="133349"/>
                  </a:lnTo>
                  <a:lnTo>
                    <a:pt x="799630" y="133349"/>
                  </a:lnTo>
                  <a:lnTo>
                    <a:pt x="789243" y="106679"/>
                  </a:lnTo>
                  <a:lnTo>
                    <a:pt x="783859" y="100329"/>
                  </a:lnTo>
                  <a:close/>
                </a:path>
                <a:path w="1002030" h="1000759">
                  <a:moveTo>
                    <a:pt x="810016" y="33019"/>
                  </a:moveTo>
                  <a:lnTo>
                    <a:pt x="717842" y="33019"/>
                  </a:lnTo>
                  <a:lnTo>
                    <a:pt x="759532" y="40639"/>
                  </a:lnTo>
                  <a:lnTo>
                    <a:pt x="794580" y="62229"/>
                  </a:lnTo>
                  <a:lnTo>
                    <a:pt x="820138" y="93979"/>
                  </a:lnTo>
                  <a:lnTo>
                    <a:pt x="833361" y="133349"/>
                  </a:lnTo>
                  <a:lnTo>
                    <a:pt x="867105" y="133349"/>
                  </a:lnTo>
                  <a:lnTo>
                    <a:pt x="855788" y="90169"/>
                  </a:lnTo>
                  <a:lnTo>
                    <a:pt x="833190" y="53339"/>
                  </a:lnTo>
                  <a:lnTo>
                    <a:pt x="810016" y="33019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03485" y="8357350"/>
            <a:ext cx="6958330" cy="10820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solidFill>
                  <a:srgbClr val="2F2D2E"/>
                </a:solidFill>
                <a:latin typeface="Lucida Sans Unicode"/>
                <a:cs typeface="Lucida Sans Unicode"/>
              </a:rPr>
              <a:t>The</a:t>
            </a:r>
            <a:r>
              <a:rPr dirty="0" sz="215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50">
                <a:solidFill>
                  <a:srgbClr val="2F2D2E"/>
                </a:solidFill>
                <a:latin typeface="Lucida Sans Unicode"/>
                <a:cs typeface="Lucida Sans Unicode"/>
              </a:rPr>
              <a:t>challenge:</a:t>
            </a:r>
            <a:r>
              <a:rPr dirty="0" sz="2150" spc="-10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75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2150" spc="-10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0">
                <a:solidFill>
                  <a:srgbClr val="2F2D2E"/>
                </a:solidFill>
                <a:latin typeface="Lucida Sans Unicode"/>
                <a:cs typeface="Lucida Sans Unicode"/>
              </a:rPr>
              <a:t>chaos</a:t>
            </a:r>
            <a:endParaRPr sz="2150">
              <a:latin typeface="Lucida Sans Unicode"/>
              <a:cs typeface="Lucida Sans Unicode"/>
            </a:endParaRPr>
          </a:p>
          <a:p>
            <a:pPr marL="185420" indent="-172720">
              <a:lnSpc>
                <a:spcPct val="100000"/>
              </a:lnSpc>
              <a:spcBef>
                <a:spcPts val="149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 spc="55">
                <a:solidFill>
                  <a:srgbClr val="2F2D2E"/>
                </a:solidFill>
                <a:latin typeface="Lucida Sans Unicode"/>
                <a:cs typeface="Lucida Sans Unicode"/>
              </a:rPr>
              <a:t>Fragmented</a:t>
            </a:r>
            <a:r>
              <a:rPr dirty="0" sz="1600" spc="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tools</a:t>
            </a:r>
            <a:r>
              <a:rPr dirty="0" sz="1600" spc="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75">
                <a:solidFill>
                  <a:srgbClr val="2F2D2E"/>
                </a:solidFill>
                <a:latin typeface="Lucida Sans Unicode"/>
                <a:cs typeface="Lucida Sans Unicode"/>
              </a:rPr>
              <a:t>create</a:t>
            </a:r>
            <a:r>
              <a:rPr dirty="0" sz="1600" spc="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delays,</a:t>
            </a:r>
            <a:r>
              <a:rPr dirty="0" sz="1600" spc="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30">
                <a:solidFill>
                  <a:srgbClr val="2F2D2E"/>
                </a:solidFill>
                <a:latin typeface="Lucida Sans Unicode"/>
                <a:cs typeface="Lucida Sans Unicode"/>
              </a:rPr>
              <a:t>errors,</a:t>
            </a:r>
            <a:r>
              <a:rPr dirty="0" sz="1600" spc="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95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600" spc="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duplicated</a:t>
            </a:r>
            <a:r>
              <a:rPr dirty="0" sz="1600" spc="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0">
                <a:solidFill>
                  <a:srgbClr val="2F2D2E"/>
                </a:solidFill>
                <a:latin typeface="Lucida Sans Unicode"/>
                <a:cs typeface="Lucida Sans Unicode"/>
              </a:rPr>
              <a:t>work</a:t>
            </a:r>
            <a:endParaRPr sz="1600">
              <a:latin typeface="Lucida Sans Unicode"/>
              <a:cs typeface="Lucida Sans Unicode"/>
            </a:endParaRPr>
          </a:p>
          <a:p>
            <a:pPr marL="185420" indent="-172720">
              <a:lnSpc>
                <a:spcPct val="100000"/>
              </a:lnSpc>
              <a:spcBef>
                <a:spcPts val="40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 spc="-10">
                <a:solidFill>
                  <a:srgbClr val="2F2D2E"/>
                </a:solidFill>
                <a:latin typeface="Lucida Sans Unicode"/>
                <a:cs typeface="Lucida Sans Unicode"/>
              </a:rPr>
              <a:t>Low</a:t>
            </a:r>
            <a:r>
              <a:rPr dirty="0" sz="160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0">
                <a:solidFill>
                  <a:srgbClr val="2F2D2E"/>
                </a:solidFill>
                <a:latin typeface="Lucida Sans Unicode"/>
                <a:cs typeface="Lucida Sans Unicode"/>
              </a:rPr>
              <a:t>visibility</a:t>
            </a:r>
            <a:r>
              <a:rPr dirty="0" sz="160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into</a:t>
            </a:r>
            <a:r>
              <a:rPr dirty="0" sz="160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approvals,</a:t>
            </a:r>
            <a:r>
              <a:rPr dirty="0" sz="160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5">
                <a:solidFill>
                  <a:srgbClr val="2F2D2E"/>
                </a:solidFill>
                <a:latin typeface="Lucida Sans Unicode"/>
                <a:cs typeface="Lucida Sans Unicode"/>
              </a:rPr>
              <a:t>engagement,</a:t>
            </a:r>
            <a:r>
              <a:rPr dirty="0" sz="160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volunteers,</a:t>
            </a:r>
            <a:r>
              <a:rPr dirty="0" sz="160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95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60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2F2D2E"/>
                </a:solidFill>
                <a:latin typeface="Lucida Sans Unicode"/>
                <a:cs typeface="Lucida Sans Unicode"/>
              </a:rPr>
              <a:t>finances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9143962" y="7000072"/>
            <a:ext cx="0" cy="2457450"/>
          </a:xfrm>
          <a:custGeom>
            <a:avLst/>
            <a:gdLst/>
            <a:ahLst/>
            <a:cxnLst/>
            <a:rect l="l" t="t" r="r" b="b"/>
            <a:pathLst>
              <a:path w="0" h="2457450">
                <a:moveTo>
                  <a:pt x="0" y="2457094"/>
                </a:moveTo>
                <a:lnTo>
                  <a:pt x="0" y="0"/>
                </a:lnTo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774898" y="7000075"/>
            <a:ext cx="1002030" cy="1002030"/>
          </a:xfrm>
          <a:custGeom>
            <a:avLst/>
            <a:gdLst/>
            <a:ahLst/>
            <a:cxnLst/>
            <a:rect l="l" t="t" r="r" b="b"/>
            <a:pathLst>
              <a:path w="1002029" h="1002029">
                <a:moveTo>
                  <a:pt x="96939" y="64630"/>
                </a:moveTo>
                <a:lnTo>
                  <a:pt x="64630" y="64630"/>
                </a:lnTo>
                <a:lnTo>
                  <a:pt x="64630" y="96939"/>
                </a:lnTo>
                <a:lnTo>
                  <a:pt x="96939" y="96939"/>
                </a:lnTo>
                <a:lnTo>
                  <a:pt x="96939" y="64630"/>
                </a:lnTo>
                <a:close/>
              </a:path>
              <a:path w="1002029" h="1002029">
                <a:moveTo>
                  <a:pt x="161569" y="64630"/>
                </a:moveTo>
                <a:lnTo>
                  <a:pt x="129260" y="64630"/>
                </a:lnTo>
                <a:lnTo>
                  <a:pt x="129260" y="96939"/>
                </a:lnTo>
                <a:lnTo>
                  <a:pt x="161569" y="96939"/>
                </a:lnTo>
                <a:lnTo>
                  <a:pt x="161569" y="64630"/>
                </a:lnTo>
                <a:close/>
              </a:path>
              <a:path w="1002029" h="1002029">
                <a:moveTo>
                  <a:pt x="226187" y="64630"/>
                </a:moveTo>
                <a:lnTo>
                  <a:pt x="193878" y="64630"/>
                </a:lnTo>
                <a:lnTo>
                  <a:pt x="193878" y="96939"/>
                </a:lnTo>
                <a:lnTo>
                  <a:pt x="226187" y="96939"/>
                </a:lnTo>
                <a:lnTo>
                  <a:pt x="226187" y="64630"/>
                </a:lnTo>
                <a:close/>
              </a:path>
              <a:path w="1002029" h="1002029">
                <a:moveTo>
                  <a:pt x="290817" y="774865"/>
                </a:moveTo>
                <a:lnTo>
                  <a:pt x="258508" y="774865"/>
                </a:lnTo>
                <a:lnTo>
                  <a:pt x="258508" y="807885"/>
                </a:lnTo>
                <a:lnTo>
                  <a:pt x="258508" y="904405"/>
                </a:lnTo>
                <a:lnTo>
                  <a:pt x="226199" y="904405"/>
                </a:lnTo>
                <a:lnTo>
                  <a:pt x="226199" y="807885"/>
                </a:lnTo>
                <a:lnTo>
                  <a:pt x="258508" y="807885"/>
                </a:lnTo>
                <a:lnTo>
                  <a:pt x="258508" y="774865"/>
                </a:lnTo>
                <a:lnTo>
                  <a:pt x="193878" y="774865"/>
                </a:lnTo>
                <a:lnTo>
                  <a:pt x="193878" y="807885"/>
                </a:lnTo>
                <a:lnTo>
                  <a:pt x="193878" y="904405"/>
                </a:lnTo>
                <a:lnTo>
                  <a:pt x="193878" y="937425"/>
                </a:lnTo>
                <a:lnTo>
                  <a:pt x="290817" y="937425"/>
                </a:lnTo>
                <a:lnTo>
                  <a:pt x="290817" y="904722"/>
                </a:lnTo>
                <a:lnTo>
                  <a:pt x="290817" y="904405"/>
                </a:lnTo>
                <a:lnTo>
                  <a:pt x="290817" y="807885"/>
                </a:lnTo>
                <a:lnTo>
                  <a:pt x="290817" y="774865"/>
                </a:lnTo>
                <a:close/>
              </a:path>
              <a:path w="1002029" h="1002029">
                <a:moveTo>
                  <a:pt x="420065" y="646595"/>
                </a:moveTo>
                <a:lnTo>
                  <a:pt x="323126" y="646595"/>
                </a:lnTo>
                <a:lnTo>
                  <a:pt x="323126" y="678345"/>
                </a:lnTo>
                <a:lnTo>
                  <a:pt x="323126" y="904405"/>
                </a:lnTo>
                <a:lnTo>
                  <a:pt x="323126" y="937425"/>
                </a:lnTo>
                <a:lnTo>
                  <a:pt x="420065" y="937425"/>
                </a:lnTo>
                <a:lnTo>
                  <a:pt x="420065" y="904748"/>
                </a:lnTo>
                <a:lnTo>
                  <a:pt x="420065" y="904405"/>
                </a:lnTo>
                <a:lnTo>
                  <a:pt x="420065" y="678548"/>
                </a:lnTo>
                <a:lnTo>
                  <a:pt x="387743" y="678548"/>
                </a:lnTo>
                <a:lnTo>
                  <a:pt x="387743" y="904405"/>
                </a:lnTo>
                <a:lnTo>
                  <a:pt x="355434" y="904405"/>
                </a:lnTo>
                <a:lnTo>
                  <a:pt x="355434" y="678345"/>
                </a:lnTo>
                <a:lnTo>
                  <a:pt x="420065" y="678345"/>
                </a:lnTo>
                <a:lnTo>
                  <a:pt x="420065" y="646595"/>
                </a:lnTo>
                <a:close/>
              </a:path>
              <a:path w="1002029" h="1002029">
                <a:moveTo>
                  <a:pt x="517004" y="322745"/>
                </a:moveTo>
                <a:lnTo>
                  <a:pt x="193890" y="322745"/>
                </a:lnTo>
                <a:lnTo>
                  <a:pt x="193890" y="355765"/>
                </a:lnTo>
                <a:lnTo>
                  <a:pt x="193890" y="517055"/>
                </a:lnTo>
                <a:lnTo>
                  <a:pt x="193890" y="548805"/>
                </a:lnTo>
                <a:lnTo>
                  <a:pt x="517004" y="548805"/>
                </a:lnTo>
                <a:lnTo>
                  <a:pt x="517004" y="517055"/>
                </a:lnTo>
                <a:lnTo>
                  <a:pt x="226187" y="517055"/>
                </a:lnTo>
                <a:lnTo>
                  <a:pt x="226187" y="355765"/>
                </a:lnTo>
                <a:lnTo>
                  <a:pt x="484682" y="355765"/>
                </a:lnTo>
                <a:lnTo>
                  <a:pt x="484682" y="516978"/>
                </a:lnTo>
                <a:lnTo>
                  <a:pt x="517004" y="516978"/>
                </a:lnTo>
                <a:lnTo>
                  <a:pt x="517004" y="355765"/>
                </a:lnTo>
                <a:lnTo>
                  <a:pt x="517004" y="355422"/>
                </a:lnTo>
                <a:lnTo>
                  <a:pt x="517004" y="322745"/>
                </a:lnTo>
                <a:close/>
              </a:path>
              <a:path w="1002029" h="1002029">
                <a:moveTo>
                  <a:pt x="549313" y="807885"/>
                </a:moveTo>
                <a:lnTo>
                  <a:pt x="452374" y="807885"/>
                </a:lnTo>
                <a:lnTo>
                  <a:pt x="452374" y="839635"/>
                </a:lnTo>
                <a:lnTo>
                  <a:pt x="452374" y="904405"/>
                </a:lnTo>
                <a:lnTo>
                  <a:pt x="452374" y="937425"/>
                </a:lnTo>
                <a:lnTo>
                  <a:pt x="549313" y="937425"/>
                </a:lnTo>
                <a:lnTo>
                  <a:pt x="549313" y="904722"/>
                </a:lnTo>
                <a:lnTo>
                  <a:pt x="549313" y="904405"/>
                </a:lnTo>
                <a:lnTo>
                  <a:pt x="549313" y="840105"/>
                </a:lnTo>
                <a:lnTo>
                  <a:pt x="516991" y="840105"/>
                </a:lnTo>
                <a:lnTo>
                  <a:pt x="516991" y="904405"/>
                </a:lnTo>
                <a:lnTo>
                  <a:pt x="484682" y="904405"/>
                </a:lnTo>
                <a:lnTo>
                  <a:pt x="484682" y="839635"/>
                </a:lnTo>
                <a:lnTo>
                  <a:pt x="549313" y="839635"/>
                </a:lnTo>
                <a:lnTo>
                  <a:pt x="549313" y="807885"/>
                </a:lnTo>
                <a:close/>
              </a:path>
              <a:path w="1002029" h="1002029">
                <a:moveTo>
                  <a:pt x="581609" y="387743"/>
                </a:moveTo>
                <a:lnTo>
                  <a:pt x="549313" y="387743"/>
                </a:lnTo>
                <a:lnTo>
                  <a:pt x="549313" y="420052"/>
                </a:lnTo>
                <a:lnTo>
                  <a:pt x="581609" y="420052"/>
                </a:lnTo>
                <a:lnTo>
                  <a:pt x="581609" y="387743"/>
                </a:lnTo>
                <a:close/>
              </a:path>
              <a:path w="1002029" h="1002029">
                <a:moveTo>
                  <a:pt x="678561" y="581825"/>
                </a:moveTo>
                <a:lnTo>
                  <a:pt x="581621" y="581825"/>
                </a:lnTo>
                <a:lnTo>
                  <a:pt x="581621" y="613575"/>
                </a:lnTo>
                <a:lnTo>
                  <a:pt x="581621" y="904405"/>
                </a:lnTo>
                <a:lnTo>
                  <a:pt x="581621" y="937425"/>
                </a:lnTo>
                <a:lnTo>
                  <a:pt x="678561" y="937425"/>
                </a:lnTo>
                <a:lnTo>
                  <a:pt x="678561" y="904722"/>
                </a:lnTo>
                <a:lnTo>
                  <a:pt x="678561" y="904405"/>
                </a:lnTo>
                <a:lnTo>
                  <a:pt x="678561" y="613918"/>
                </a:lnTo>
                <a:lnTo>
                  <a:pt x="646239" y="613918"/>
                </a:lnTo>
                <a:lnTo>
                  <a:pt x="646239" y="904405"/>
                </a:lnTo>
                <a:lnTo>
                  <a:pt x="613930" y="904405"/>
                </a:lnTo>
                <a:lnTo>
                  <a:pt x="613930" y="613575"/>
                </a:lnTo>
                <a:lnTo>
                  <a:pt x="678561" y="613575"/>
                </a:lnTo>
                <a:lnTo>
                  <a:pt x="678561" y="581825"/>
                </a:lnTo>
                <a:close/>
              </a:path>
              <a:path w="1002029" h="1002029">
                <a:moveTo>
                  <a:pt x="743165" y="516991"/>
                </a:moveTo>
                <a:lnTo>
                  <a:pt x="549313" y="516991"/>
                </a:lnTo>
                <a:lnTo>
                  <a:pt x="549313" y="549300"/>
                </a:lnTo>
                <a:lnTo>
                  <a:pt x="743165" y="549300"/>
                </a:lnTo>
                <a:lnTo>
                  <a:pt x="743165" y="516991"/>
                </a:lnTo>
                <a:close/>
              </a:path>
              <a:path w="1002029" h="1002029">
                <a:moveTo>
                  <a:pt x="807796" y="516991"/>
                </a:moveTo>
                <a:lnTo>
                  <a:pt x="775487" y="516991"/>
                </a:lnTo>
                <a:lnTo>
                  <a:pt x="775487" y="549300"/>
                </a:lnTo>
                <a:lnTo>
                  <a:pt x="807796" y="549300"/>
                </a:lnTo>
                <a:lnTo>
                  <a:pt x="807796" y="516991"/>
                </a:lnTo>
                <a:close/>
              </a:path>
              <a:path w="1002029" h="1002029">
                <a:moveTo>
                  <a:pt x="807796" y="387743"/>
                </a:moveTo>
                <a:lnTo>
                  <a:pt x="613930" y="387743"/>
                </a:lnTo>
                <a:lnTo>
                  <a:pt x="613930" y="420052"/>
                </a:lnTo>
                <a:lnTo>
                  <a:pt x="807796" y="420052"/>
                </a:lnTo>
                <a:lnTo>
                  <a:pt x="807796" y="387743"/>
                </a:lnTo>
                <a:close/>
              </a:path>
              <a:path w="1002029" h="1002029">
                <a:moveTo>
                  <a:pt x="807808" y="711365"/>
                </a:moveTo>
                <a:lnTo>
                  <a:pt x="710869" y="711365"/>
                </a:lnTo>
                <a:lnTo>
                  <a:pt x="710869" y="743115"/>
                </a:lnTo>
                <a:lnTo>
                  <a:pt x="710869" y="904405"/>
                </a:lnTo>
                <a:lnTo>
                  <a:pt x="710869" y="937425"/>
                </a:lnTo>
                <a:lnTo>
                  <a:pt x="807808" y="937425"/>
                </a:lnTo>
                <a:lnTo>
                  <a:pt x="807808" y="904722"/>
                </a:lnTo>
                <a:lnTo>
                  <a:pt x="807808" y="904405"/>
                </a:lnTo>
                <a:lnTo>
                  <a:pt x="807808" y="743165"/>
                </a:lnTo>
                <a:lnTo>
                  <a:pt x="775487" y="743165"/>
                </a:lnTo>
                <a:lnTo>
                  <a:pt x="775487" y="904405"/>
                </a:lnTo>
                <a:lnTo>
                  <a:pt x="743178" y="904405"/>
                </a:lnTo>
                <a:lnTo>
                  <a:pt x="743178" y="743115"/>
                </a:lnTo>
                <a:lnTo>
                  <a:pt x="807808" y="743115"/>
                </a:lnTo>
                <a:lnTo>
                  <a:pt x="807808" y="711365"/>
                </a:lnTo>
                <a:close/>
              </a:path>
              <a:path w="1002029" h="1002029">
                <a:moveTo>
                  <a:pt x="807808" y="452361"/>
                </a:moveTo>
                <a:lnTo>
                  <a:pt x="549313" y="452361"/>
                </a:lnTo>
                <a:lnTo>
                  <a:pt x="549313" y="484670"/>
                </a:lnTo>
                <a:lnTo>
                  <a:pt x="807808" y="484670"/>
                </a:lnTo>
                <a:lnTo>
                  <a:pt x="807808" y="452361"/>
                </a:lnTo>
                <a:close/>
              </a:path>
              <a:path w="1002029" h="1002029">
                <a:moveTo>
                  <a:pt x="807808" y="323113"/>
                </a:moveTo>
                <a:lnTo>
                  <a:pt x="549313" y="323113"/>
                </a:lnTo>
                <a:lnTo>
                  <a:pt x="549313" y="355422"/>
                </a:lnTo>
                <a:lnTo>
                  <a:pt x="807808" y="355422"/>
                </a:lnTo>
                <a:lnTo>
                  <a:pt x="807808" y="323113"/>
                </a:lnTo>
                <a:close/>
              </a:path>
              <a:path w="1002029" h="1002029">
                <a:moveTo>
                  <a:pt x="1001661" y="32308"/>
                </a:moveTo>
                <a:lnTo>
                  <a:pt x="969352" y="32308"/>
                </a:lnTo>
                <a:lnTo>
                  <a:pt x="969352" y="129247"/>
                </a:lnTo>
                <a:lnTo>
                  <a:pt x="1001661" y="129247"/>
                </a:lnTo>
                <a:lnTo>
                  <a:pt x="1001661" y="32308"/>
                </a:lnTo>
                <a:close/>
              </a:path>
              <a:path w="1002029" h="1002029">
                <a:moveTo>
                  <a:pt x="1001661" y="0"/>
                </a:moveTo>
                <a:lnTo>
                  <a:pt x="0" y="0"/>
                </a:lnTo>
                <a:lnTo>
                  <a:pt x="0" y="31750"/>
                </a:lnTo>
                <a:lnTo>
                  <a:pt x="0" y="129540"/>
                </a:lnTo>
                <a:lnTo>
                  <a:pt x="0" y="161290"/>
                </a:lnTo>
                <a:lnTo>
                  <a:pt x="0" y="742950"/>
                </a:lnTo>
                <a:lnTo>
                  <a:pt x="0" y="775970"/>
                </a:lnTo>
                <a:lnTo>
                  <a:pt x="129247" y="775970"/>
                </a:lnTo>
                <a:lnTo>
                  <a:pt x="129247" y="969010"/>
                </a:lnTo>
                <a:lnTo>
                  <a:pt x="129247" y="1002030"/>
                </a:lnTo>
                <a:lnTo>
                  <a:pt x="872413" y="1002030"/>
                </a:lnTo>
                <a:lnTo>
                  <a:pt x="872413" y="969010"/>
                </a:lnTo>
                <a:lnTo>
                  <a:pt x="872413" y="775970"/>
                </a:lnTo>
                <a:lnTo>
                  <a:pt x="1001661" y="775970"/>
                </a:lnTo>
                <a:lnTo>
                  <a:pt x="1001661" y="743165"/>
                </a:lnTo>
                <a:lnTo>
                  <a:pt x="1001661" y="742950"/>
                </a:lnTo>
                <a:lnTo>
                  <a:pt x="1001661" y="161556"/>
                </a:lnTo>
                <a:lnTo>
                  <a:pt x="969352" y="161556"/>
                </a:lnTo>
                <a:lnTo>
                  <a:pt x="969352" y="742950"/>
                </a:lnTo>
                <a:lnTo>
                  <a:pt x="872413" y="742950"/>
                </a:lnTo>
                <a:lnTo>
                  <a:pt x="872413" y="290830"/>
                </a:lnTo>
                <a:lnTo>
                  <a:pt x="872413" y="259080"/>
                </a:lnTo>
                <a:lnTo>
                  <a:pt x="840105" y="259080"/>
                </a:lnTo>
                <a:lnTo>
                  <a:pt x="840105" y="290830"/>
                </a:lnTo>
                <a:lnTo>
                  <a:pt x="840105" y="742950"/>
                </a:lnTo>
                <a:lnTo>
                  <a:pt x="840105" y="775970"/>
                </a:lnTo>
                <a:lnTo>
                  <a:pt x="840105" y="969010"/>
                </a:lnTo>
                <a:lnTo>
                  <a:pt x="161556" y="969010"/>
                </a:lnTo>
                <a:lnTo>
                  <a:pt x="161556" y="775970"/>
                </a:lnTo>
                <a:lnTo>
                  <a:pt x="161556" y="742950"/>
                </a:lnTo>
                <a:lnTo>
                  <a:pt x="161556" y="290830"/>
                </a:lnTo>
                <a:lnTo>
                  <a:pt x="840105" y="290830"/>
                </a:lnTo>
                <a:lnTo>
                  <a:pt x="840105" y="259080"/>
                </a:lnTo>
                <a:lnTo>
                  <a:pt x="129247" y="259080"/>
                </a:lnTo>
                <a:lnTo>
                  <a:pt x="129247" y="290830"/>
                </a:lnTo>
                <a:lnTo>
                  <a:pt x="129247" y="742950"/>
                </a:lnTo>
                <a:lnTo>
                  <a:pt x="32308" y="742950"/>
                </a:lnTo>
                <a:lnTo>
                  <a:pt x="32308" y="161290"/>
                </a:lnTo>
                <a:lnTo>
                  <a:pt x="1001661" y="161290"/>
                </a:lnTo>
                <a:lnTo>
                  <a:pt x="1001661" y="129540"/>
                </a:lnTo>
                <a:lnTo>
                  <a:pt x="32321" y="129540"/>
                </a:lnTo>
                <a:lnTo>
                  <a:pt x="32321" y="31750"/>
                </a:lnTo>
                <a:lnTo>
                  <a:pt x="1001661" y="31750"/>
                </a:lnTo>
                <a:lnTo>
                  <a:pt x="1001661" y="0"/>
                </a:lnTo>
                <a:close/>
              </a:path>
            </a:pathLst>
          </a:custGeom>
          <a:solidFill>
            <a:srgbClr val="3F2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762219" y="8357350"/>
            <a:ext cx="6263640" cy="787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140">
                <a:solidFill>
                  <a:srgbClr val="2F2D2E"/>
                </a:solidFill>
                <a:latin typeface="Lucida Sans Unicode"/>
                <a:cs typeface="Lucida Sans Unicode"/>
              </a:rPr>
              <a:t>What</a:t>
            </a:r>
            <a:r>
              <a:rPr dirty="0" sz="2150" spc="-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55">
                <a:solidFill>
                  <a:srgbClr val="2F2D2E"/>
                </a:solidFill>
                <a:latin typeface="Lucida Sans Unicode"/>
                <a:cs typeface="Lucida Sans Unicode"/>
              </a:rPr>
              <a:t>the</a:t>
            </a:r>
            <a:r>
              <a:rPr dirty="0" sz="2150" spc="-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2F2D2E"/>
                </a:solidFill>
                <a:latin typeface="Lucida Sans Unicode"/>
                <a:cs typeface="Lucida Sans Unicode"/>
              </a:rPr>
              <a:t>hero</a:t>
            </a:r>
            <a:r>
              <a:rPr dirty="0" sz="2150" spc="-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95">
                <a:solidFill>
                  <a:srgbClr val="2F2D2E"/>
                </a:solidFill>
                <a:latin typeface="Lucida Sans Unicode"/>
                <a:cs typeface="Lucida Sans Unicode"/>
              </a:rPr>
              <a:t>dashboard</a:t>
            </a:r>
            <a:r>
              <a:rPr dirty="0" sz="2150" spc="-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40">
                <a:solidFill>
                  <a:srgbClr val="2F2D2E"/>
                </a:solidFill>
                <a:latin typeface="Lucida Sans Unicode"/>
                <a:cs typeface="Lucida Sans Unicode"/>
              </a:rPr>
              <a:t>shows</a:t>
            </a:r>
            <a:endParaRPr sz="2150">
              <a:latin typeface="Lucida Sans Unicode"/>
              <a:cs typeface="Lucida Sans Unicode"/>
            </a:endParaRPr>
          </a:p>
          <a:p>
            <a:pPr marL="185420" indent="-172720">
              <a:lnSpc>
                <a:spcPct val="100000"/>
              </a:lnSpc>
              <a:spcBef>
                <a:spcPts val="1490"/>
              </a:spcBef>
              <a:buFont typeface="Times New Roman"/>
              <a:buChar char="•"/>
              <a:tabLst>
                <a:tab pos="185420" algn="l"/>
              </a:tabLst>
            </a:pP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1600" spc="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75">
                <a:solidFill>
                  <a:srgbClr val="2F2D2E"/>
                </a:solidFill>
                <a:latin typeface="Lucida Sans Unicode"/>
                <a:cs typeface="Lucida Sans Unicode"/>
              </a:rPr>
              <a:t>cards</a:t>
            </a:r>
            <a:r>
              <a:rPr dirty="0" sz="160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00">
                <a:solidFill>
                  <a:srgbClr val="2F2D2E"/>
                </a:solidFill>
                <a:latin typeface="Lucida Sans Unicode"/>
                <a:cs typeface="Lucida Sans Unicode"/>
              </a:rPr>
              <a:t>+</a:t>
            </a:r>
            <a:r>
              <a:rPr dirty="0" sz="160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analytics,</a:t>
            </a:r>
            <a:r>
              <a:rPr dirty="0" sz="1600" spc="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QR</a:t>
            </a:r>
            <a:r>
              <a:rPr dirty="0" sz="160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5">
                <a:solidFill>
                  <a:srgbClr val="2F2D2E"/>
                </a:solidFill>
                <a:latin typeface="Lucida Sans Unicode"/>
                <a:cs typeface="Lucida Sans Unicode"/>
              </a:rPr>
              <a:t>attendance,</a:t>
            </a:r>
            <a:r>
              <a:rPr dirty="0" sz="160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>
                <a:solidFill>
                  <a:srgbClr val="2F2D2E"/>
                </a:solidFill>
                <a:latin typeface="Lucida Sans Unicode"/>
                <a:cs typeface="Lucida Sans Unicode"/>
              </a:rPr>
              <a:t>finance,</a:t>
            </a:r>
            <a:r>
              <a:rPr dirty="0" sz="1600" spc="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2F2D2E"/>
                </a:solidFill>
                <a:latin typeface="Lucida Sans Unicode"/>
                <a:cs typeface="Lucida Sans Unicode"/>
              </a:rPr>
              <a:t>certificates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905540" y="906763"/>
            <a:ext cx="541655" cy="541655"/>
          </a:xfrm>
          <a:custGeom>
            <a:avLst/>
            <a:gdLst/>
            <a:ahLst/>
            <a:cxnLst/>
            <a:rect l="l" t="t" r="r" b="b"/>
            <a:pathLst>
              <a:path w="541655" h="541655">
                <a:moveTo>
                  <a:pt x="270687" y="0"/>
                </a:moveTo>
                <a:lnTo>
                  <a:pt x="222032" y="4361"/>
                </a:lnTo>
                <a:lnTo>
                  <a:pt x="176238" y="16935"/>
                </a:lnTo>
                <a:lnTo>
                  <a:pt x="134068" y="36957"/>
                </a:lnTo>
                <a:lnTo>
                  <a:pt x="96289" y="63664"/>
                </a:lnTo>
                <a:lnTo>
                  <a:pt x="63664" y="96289"/>
                </a:lnTo>
                <a:lnTo>
                  <a:pt x="36957" y="134068"/>
                </a:lnTo>
                <a:lnTo>
                  <a:pt x="16935" y="176238"/>
                </a:lnTo>
                <a:lnTo>
                  <a:pt x="4361" y="222032"/>
                </a:lnTo>
                <a:lnTo>
                  <a:pt x="0" y="270687"/>
                </a:lnTo>
                <a:lnTo>
                  <a:pt x="4361" y="319343"/>
                </a:lnTo>
                <a:lnTo>
                  <a:pt x="16935" y="365139"/>
                </a:lnTo>
                <a:lnTo>
                  <a:pt x="36957" y="407310"/>
                </a:lnTo>
                <a:lnTo>
                  <a:pt x="63664" y="445091"/>
                </a:lnTo>
                <a:lnTo>
                  <a:pt x="96289" y="477718"/>
                </a:lnTo>
                <a:lnTo>
                  <a:pt x="134068" y="504427"/>
                </a:lnTo>
                <a:lnTo>
                  <a:pt x="176238" y="524451"/>
                </a:lnTo>
                <a:lnTo>
                  <a:pt x="222032" y="537026"/>
                </a:lnTo>
                <a:lnTo>
                  <a:pt x="270687" y="541388"/>
                </a:lnTo>
                <a:lnTo>
                  <a:pt x="319342" y="537026"/>
                </a:lnTo>
                <a:lnTo>
                  <a:pt x="365137" y="524451"/>
                </a:lnTo>
                <a:lnTo>
                  <a:pt x="407306" y="504427"/>
                </a:lnTo>
                <a:lnTo>
                  <a:pt x="445086" y="477718"/>
                </a:lnTo>
                <a:lnTo>
                  <a:pt x="477711" y="445091"/>
                </a:lnTo>
                <a:lnTo>
                  <a:pt x="504417" y="407310"/>
                </a:lnTo>
                <a:lnTo>
                  <a:pt x="524440" y="365139"/>
                </a:lnTo>
                <a:lnTo>
                  <a:pt x="537014" y="319343"/>
                </a:lnTo>
                <a:lnTo>
                  <a:pt x="541375" y="270687"/>
                </a:lnTo>
                <a:lnTo>
                  <a:pt x="537014" y="222032"/>
                </a:lnTo>
                <a:lnTo>
                  <a:pt x="524440" y="176238"/>
                </a:lnTo>
                <a:lnTo>
                  <a:pt x="504417" y="134068"/>
                </a:lnTo>
                <a:lnTo>
                  <a:pt x="477711" y="96289"/>
                </a:lnTo>
                <a:lnTo>
                  <a:pt x="445086" y="63664"/>
                </a:lnTo>
                <a:lnTo>
                  <a:pt x="407306" y="36957"/>
                </a:lnTo>
                <a:lnTo>
                  <a:pt x="365137" y="16935"/>
                </a:lnTo>
                <a:lnTo>
                  <a:pt x="319342" y="4361"/>
                </a:lnTo>
                <a:lnTo>
                  <a:pt x="270687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36835" y="1036839"/>
            <a:ext cx="2813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40" b="1">
                <a:solidFill>
                  <a:srgbClr val="3F2BFF"/>
                </a:solidFill>
                <a:latin typeface="Trebuchet MS"/>
                <a:cs typeface="Trebuchet MS"/>
              </a:rPr>
              <a:t>03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62050" y="907096"/>
            <a:ext cx="4185920" cy="530225"/>
          </a:xfrm>
          <a:custGeom>
            <a:avLst/>
            <a:gdLst/>
            <a:ahLst/>
            <a:cxnLst/>
            <a:rect l="l" t="t" r="r" b="b"/>
            <a:pathLst>
              <a:path w="4185920" h="530225">
                <a:moveTo>
                  <a:pt x="3752202" y="0"/>
                </a:moveTo>
                <a:lnTo>
                  <a:pt x="433324" y="0"/>
                </a:lnTo>
                <a:lnTo>
                  <a:pt x="358717" y="2421"/>
                </a:lnTo>
                <a:lnTo>
                  <a:pt x="292001" y="9474"/>
                </a:lnTo>
                <a:lnTo>
                  <a:pt x="232909" y="20842"/>
                </a:lnTo>
                <a:lnTo>
                  <a:pt x="181173" y="36208"/>
                </a:lnTo>
                <a:lnTo>
                  <a:pt x="136526" y="55255"/>
                </a:lnTo>
                <a:lnTo>
                  <a:pt x="98699" y="77668"/>
                </a:lnTo>
                <a:lnTo>
                  <a:pt x="67426" y="103129"/>
                </a:lnTo>
                <a:lnTo>
                  <a:pt x="23470" y="161929"/>
                </a:lnTo>
                <a:lnTo>
                  <a:pt x="2518" y="229122"/>
                </a:lnTo>
                <a:lnTo>
                  <a:pt x="0" y="265074"/>
                </a:lnTo>
                <a:lnTo>
                  <a:pt x="2518" y="301029"/>
                </a:lnTo>
                <a:lnTo>
                  <a:pt x="23470" y="368226"/>
                </a:lnTo>
                <a:lnTo>
                  <a:pt x="67426" y="427029"/>
                </a:lnTo>
                <a:lnTo>
                  <a:pt x="98699" y="452491"/>
                </a:lnTo>
                <a:lnTo>
                  <a:pt x="136526" y="474904"/>
                </a:lnTo>
                <a:lnTo>
                  <a:pt x="181173" y="493952"/>
                </a:lnTo>
                <a:lnTo>
                  <a:pt x="232909" y="509319"/>
                </a:lnTo>
                <a:lnTo>
                  <a:pt x="292001" y="520687"/>
                </a:lnTo>
                <a:lnTo>
                  <a:pt x="358717" y="527740"/>
                </a:lnTo>
                <a:lnTo>
                  <a:pt x="433324" y="530161"/>
                </a:lnTo>
                <a:lnTo>
                  <a:pt x="3752202" y="530161"/>
                </a:lnTo>
                <a:lnTo>
                  <a:pt x="3826809" y="527740"/>
                </a:lnTo>
                <a:lnTo>
                  <a:pt x="3893524" y="520687"/>
                </a:lnTo>
                <a:lnTo>
                  <a:pt x="3952616" y="509319"/>
                </a:lnTo>
                <a:lnTo>
                  <a:pt x="4004352" y="493952"/>
                </a:lnTo>
                <a:lnTo>
                  <a:pt x="4049000" y="474904"/>
                </a:lnTo>
                <a:lnTo>
                  <a:pt x="4086826" y="452491"/>
                </a:lnTo>
                <a:lnTo>
                  <a:pt x="4118099" y="427029"/>
                </a:lnTo>
                <a:lnTo>
                  <a:pt x="4162055" y="368226"/>
                </a:lnTo>
                <a:lnTo>
                  <a:pt x="4183007" y="301029"/>
                </a:lnTo>
                <a:lnTo>
                  <a:pt x="4185526" y="265074"/>
                </a:lnTo>
                <a:lnTo>
                  <a:pt x="4183007" y="229122"/>
                </a:lnTo>
                <a:lnTo>
                  <a:pt x="4162055" y="161929"/>
                </a:lnTo>
                <a:lnTo>
                  <a:pt x="4118099" y="103129"/>
                </a:lnTo>
                <a:lnTo>
                  <a:pt x="4086826" y="77668"/>
                </a:lnTo>
                <a:lnTo>
                  <a:pt x="4049000" y="55255"/>
                </a:lnTo>
                <a:lnTo>
                  <a:pt x="4004352" y="36208"/>
                </a:lnTo>
                <a:lnTo>
                  <a:pt x="3952616" y="20842"/>
                </a:lnTo>
                <a:lnTo>
                  <a:pt x="3893524" y="9474"/>
                </a:lnTo>
                <a:lnTo>
                  <a:pt x="3826809" y="2421"/>
                </a:lnTo>
                <a:lnTo>
                  <a:pt x="3752202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19634" y="1036839"/>
            <a:ext cx="38646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Introduction</a:t>
            </a:r>
            <a:r>
              <a:rPr dirty="0" sz="1600" spc="-130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70" b="1">
                <a:solidFill>
                  <a:srgbClr val="3F2BFF"/>
                </a:solidFill>
                <a:latin typeface="Trebuchet MS"/>
                <a:cs typeface="Trebuchet MS"/>
              </a:rPr>
              <a:t>and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95" b="1">
                <a:solidFill>
                  <a:srgbClr val="3F2BFF"/>
                </a:solidFill>
                <a:latin typeface="Trebuchet MS"/>
                <a:cs typeface="Trebuchet MS"/>
              </a:rPr>
              <a:t>Problem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00" b="1">
                <a:solidFill>
                  <a:srgbClr val="3F2BFF"/>
                </a:solidFill>
                <a:latin typeface="Trebuchet MS"/>
                <a:cs typeface="Trebuchet MS"/>
              </a:rPr>
              <a:t>Statement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072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700" spc="-330" b="0">
                <a:latin typeface="Lucida Sans Unicode"/>
                <a:cs typeface="Lucida Sans Unicode"/>
              </a:rPr>
              <a:t>THE</a:t>
            </a:r>
            <a:r>
              <a:rPr dirty="0" sz="5700" spc="-270" b="0">
                <a:latin typeface="Lucida Sans Unicode"/>
                <a:cs typeface="Lucida Sans Unicode"/>
              </a:rPr>
              <a:t> </a:t>
            </a:r>
            <a:r>
              <a:rPr dirty="0" sz="5700" spc="-35" b="0">
                <a:latin typeface="Lucida Sans Unicode"/>
                <a:cs typeface="Lucida Sans Unicode"/>
              </a:rPr>
              <a:t>PROBLEM</a:t>
            </a:r>
            <a:endParaRPr sz="57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165" y="3570909"/>
            <a:ext cx="4645406" cy="300989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191435" y="3570535"/>
            <a:ext cx="0" cy="5798185"/>
          </a:xfrm>
          <a:custGeom>
            <a:avLst/>
            <a:gdLst/>
            <a:ahLst/>
            <a:cxnLst/>
            <a:rect l="l" t="t" r="r" b="b"/>
            <a:pathLst>
              <a:path w="0" h="5798184">
                <a:moveTo>
                  <a:pt x="0" y="5798185"/>
                </a:moveTo>
                <a:lnTo>
                  <a:pt x="0" y="0"/>
                </a:lnTo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1296" y="3570909"/>
            <a:ext cx="4645406" cy="30098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096564" y="3570535"/>
            <a:ext cx="0" cy="5798185"/>
          </a:xfrm>
          <a:custGeom>
            <a:avLst/>
            <a:gdLst/>
            <a:ahLst/>
            <a:cxnLst/>
            <a:rect l="l" t="t" r="r" b="b"/>
            <a:pathLst>
              <a:path w="0" h="5798184">
                <a:moveTo>
                  <a:pt x="0" y="5798185"/>
                </a:moveTo>
                <a:lnTo>
                  <a:pt x="0" y="0"/>
                </a:lnTo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26428" y="3570909"/>
            <a:ext cx="4645393" cy="300989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03485" y="6969296"/>
            <a:ext cx="4615815" cy="174053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400" spc="95">
                <a:solidFill>
                  <a:srgbClr val="2F2D2E"/>
                </a:solidFill>
                <a:latin typeface="Lucida Sans Unicode"/>
                <a:cs typeface="Lucida Sans Unicode"/>
              </a:rPr>
              <a:t>Fragmented</a:t>
            </a:r>
            <a:r>
              <a:rPr dirty="0" sz="240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tools</a:t>
            </a:r>
            <a:r>
              <a:rPr dirty="0" sz="240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5">
                <a:solidFill>
                  <a:srgbClr val="2F2D2E"/>
                </a:solidFill>
                <a:latin typeface="Lucida Sans Unicode"/>
                <a:cs typeface="Lucida Sans Unicode"/>
              </a:rPr>
              <a:t>everywhere</a:t>
            </a:r>
            <a:endParaRPr sz="2400">
              <a:latin typeface="Lucida Sans Unicode"/>
              <a:cs typeface="Lucida Sans Unicode"/>
            </a:endParaRPr>
          </a:p>
          <a:p>
            <a:pPr marL="202565" marR="182245" indent="-190500">
              <a:lnSpc>
                <a:spcPct val="101200"/>
              </a:lnSpc>
              <a:spcBef>
                <a:spcPts val="165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Registrations</a:t>
            </a:r>
            <a:r>
              <a:rPr dirty="0" sz="17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in</a:t>
            </a:r>
            <a:r>
              <a:rPr dirty="0" sz="17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forms;</a:t>
            </a:r>
            <a:r>
              <a:rPr dirty="0" sz="17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00">
                <a:solidFill>
                  <a:srgbClr val="2F2D2E"/>
                </a:solidFill>
                <a:latin typeface="Lucida Sans Unicode"/>
                <a:cs typeface="Lucida Sans Unicode"/>
              </a:rPr>
              <a:t>attendance</a:t>
            </a:r>
            <a:r>
              <a:rPr dirty="0" sz="17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on 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paper;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5">
                <a:solidFill>
                  <a:srgbClr val="2F2D2E"/>
                </a:solidFill>
                <a:latin typeface="Lucida Sans Unicode"/>
                <a:cs typeface="Lucida Sans Unicode"/>
              </a:rPr>
              <a:t>budgets</a:t>
            </a:r>
            <a:r>
              <a:rPr dirty="0" sz="17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in</a:t>
            </a:r>
            <a:r>
              <a:rPr dirty="0" sz="17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5">
                <a:solidFill>
                  <a:srgbClr val="2F2D2E"/>
                </a:solidFill>
                <a:latin typeface="Lucida Sans Unicode"/>
                <a:cs typeface="Lucida Sans Unicode"/>
              </a:rPr>
              <a:t>spreadsheets</a:t>
            </a:r>
            <a:endParaRPr sz="1750">
              <a:latin typeface="Lucida Sans Unicode"/>
              <a:cs typeface="Lucida Sans Unicode"/>
            </a:endParaRPr>
          </a:p>
          <a:p>
            <a:pPr marL="202565" marR="5080" indent="-190500">
              <a:lnSpc>
                <a:spcPct val="101200"/>
              </a:lnSpc>
              <a:spcBef>
                <a:spcPts val="450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Volunteers</a:t>
            </a:r>
            <a:r>
              <a:rPr dirty="0" sz="1750" spc="-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in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separate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 lists;</a:t>
            </a:r>
            <a:r>
              <a:rPr dirty="0" sz="1750" spc="-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certificates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114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reports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50">
                <a:solidFill>
                  <a:srgbClr val="2F2D2E"/>
                </a:solidFill>
                <a:latin typeface="Lucida Sans Unicode"/>
                <a:cs typeface="Lucida Sans Unicode"/>
              </a:rPr>
              <a:t>made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75">
                <a:solidFill>
                  <a:srgbClr val="2F2D2E"/>
                </a:solidFill>
                <a:latin typeface="Lucida Sans Unicode"/>
                <a:cs typeface="Lucida Sans Unicode"/>
              </a:rPr>
              <a:t>manually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08613" y="6969296"/>
            <a:ext cx="4382770" cy="174053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No</a:t>
            </a:r>
            <a:r>
              <a:rPr dirty="0" sz="240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real-</a:t>
            </a:r>
            <a:r>
              <a:rPr dirty="0" sz="2400" spc="50">
                <a:solidFill>
                  <a:srgbClr val="2F2D2E"/>
                </a:solidFill>
                <a:latin typeface="Lucida Sans Unicode"/>
                <a:cs typeface="Lucida Sans Unicode"/>
              </a:rPr>
              <a:t>time</a:t>
            </a:r>
            <a:r>
              <a:rPr dirty="0" sz="240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2F2D2E"/>
                </a:solidFill>
                <a:latin typeface="Lucida Sans Unicode"/>
                <a:cs typeface="Lucida Sans Unicode"/>
              </a:rPr>
              <a:t>visibility</a:t>
            </a:r>
            <a:endParaRPr sz="2400">
              <a:latin typeface="Lucida Sans Unicode"/>
              <a:cs typeface="Lucida Sans Unicode"/>
            </a:endParaRPr>
          </a:p>
          <a:p>
            <a:pPr marL="202565" marR="5080" indent="-190500">
              <a:lnSpc>
                <a:spcPct val="101200"/>
              </a:lnSpc>
              <a:spcBef>
                <a:spcPts val="165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Approvals,</a:t>
            </a:r>
            <a:r>
              <a:rPr dirty="0" sz="1750" spc="7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spending,</a:t>
            </a:r>
            <a:r>
              <a:rPr dirty="0" sz="1750" spc="7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14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turnout</a:t>
            </a:r>
            <a:r>
              <a:rPr dirty="0" sz="1750" spc="7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70">
                <a:solidFill>
                  <a:srgbClr val="2F2D2E"/>
                </a:solidFill>
                <a:latin typeface="Lucida Sans Unicode"/>
                <a:cs typeface="Lucida Sans Unicode"/>
              </a:rPr>
              <a:t>are </a:t>
            </a:r>
            <a:r>
              <a:rPr dirty="0" sz="1750" spc="7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tracked</a:t>
            </a:r>
            <a:r>
              <a:rPr dirty="0" sz="1750" spc="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after</a:t>
            </a:r>
            <a:r>
              <a:rPr dirty="0" sz="1750" spc="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the</a:t>
            </a:r>
            <a:r>
              <a:rPr dirty="0" sz="1750" spc="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5">
                <a:solidFill>
                  <a:srgbClr val="2F2D2E"/>
                </a:solidFill>
                <a:latin typeface="Lucida Sans Unicode"/>
                <a:cs typeface="Lucida Sans Unicode"/>
              </a:rPr>
              <a:t>fact</a:t>
            </a:r>
            <a:endParaRPr sz="1750">
              <a:latin typeface="Lucida Sans Unicode"/>
              <a:cs typeface="Lucida Sans Unicode"/>
            </a:endParaRPr>
          </a:p>
          <a:p>
            <a:pPr marL="202565" marR="401320" indent="-190500">
              <a:lnSpc>
                <a:spcPct val="101200"/>
              </a:lnSpc>
              <a:spcBef>
                <a:spcPts val="450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 spc="95">
                <a:solidFill>
                  <a:srgbClr val="2F2D2E"/>
                </a:solidFill>
                <a:latin typeface="Lucida Sans Unicode"/>
                <a:cs typeface="Lucida Sans Unicode"/>
              </a:rPr>
              <a:t>Data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sits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in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silos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80">
                <a:solidFill>
                  <a:srgbClr val="2F2D2E"/>
                </a:solidFill>
                <a:latin typeface="Lucida Sans Unicode"/>
                <a:cs typeface="Lucida Sans Unicode"/>
              </a:rPr>
              <a:t>across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clubs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and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college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administration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13741" y="6969296"/>
            <a:ext cx="4158615" cy="23787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2920">
              <a:lnSpc>
                <a:spcPct val="100600"/>
              </a:lnSpc>
              <a:spcBef>
                <a:spcPts val="95"/>
              </a:spcBef>
            </a:pP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High</a:t>
            </a:r>
            <a:r>
              <a:rPr dirty="0" sz="240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4">
                <a:solidFill>
                  <a:srgbClr val="2F2D2E"/>
                </a:solidFill>
                <a:latin typeface="Lucida Sans Unicode"/>
                <a:cs typeface="Lucida Sans Unicode"/>
              </a:rPr>
              <a:t>admin</a:t>
            </a:r>
            <a:r>
              <a:rPr dirty="0" sz="2400" spc="-10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burden,</a:t>
            </a:r>
            <a:r>
              <a:rPr dirty="0" sz="2400" spc="-10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5">
                <a:solidFill>
                  <a:srgbClr val="2F2D2E"/>
                </a:solidFill>
                <a:latin typeface="Lucida Sans Unicode"/>
                <a:cs typeface="Lucida Sans Unicode"/>
              </a:rPr>
              <a:t>low </a:t>
            </a:r>
            <a:r>
              <a:rPr dirty="0" sz="2400" spc="-10">
                <a:solidFill>
                  <a:srgbClr val="2F2D2E"/>
                </a:solidFill>
                <a:latin typeface="Lucida Sans Unicode"/>
                <a:cs typeface="Lucida Sans Unicode"/>
              </a:rPr>
              <a:t>coordination</a:t>
            </a:r>
            <a:endParaRPr sz="2400">
              <a:latin typeface="Lucida Sans Unicode"/>
              <a:cs typeface="Lucida Sans Unicode"/>
            </a:endParaRPr>
          </a:p>
          <a:p>
            <a:pPr algn="just" marL="202565" marR="5080" indent="-190500">
              <a:lnSpc>
                <a:spcPct val="101200"/>
              </a:lnSpc>
              <a:spcBef>
                <a:spcPts val="1660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Repetitive</a:t>
            </a:r>
            <a:r>
              <a:rPr dirty="0" sz="1750" spc="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re-entry,</a:t>
            </a:r>
            <a:r>
              <a:rPr dirty="0" sz="1750" spc="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follow-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ups,</a:t>
            </a:r>
            <a:r>
              <a:rPr dirty="0" sz="1750" spc="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and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version</a:t>
            </a:r>
            <a:r>
              <a:rPr dirty="0" sz="1750" spc="1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confusion</a:t>
            </a:r>
            <a:r>
              <a:rPr dirty="0" sz="1750" spc="1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slow</a:t>
            </a:r>
            <a:r>
              <a:rPr dirty="0" sz="1750" spc="1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00">
                <a:solidFill>
                  <a:srgbClr val="2F2D2E"/>
                </a:solidFill>
                <a:latin typeface="Lucida Sans Unicode"/>
                <a:cs typeface="Lucida Sans Unicode"/>
              </a:rPr>
              <a:t>teams</a:t>
            </a:r>
            <a:endParaRPr sz="1750">
              <a:latin typeface="Lucida Sans Unicode"/>
              <a:cs typeface="Lucida Sans Unicode"/>
            </a:endParaRPr>
          </a:p>
          <a:p>
            <a:pPr algn="just" marL="202565" marR="775970" indent="-190500">
              <a:lnSpc>
                <a:spcPct val="101200"/>
              </a:lnSpc>
              <a:spcBef>
                <a:spcPts val="44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College</a:t>
            </a:r>
            <a:r>
              <a:rPr dirty="0" sz="1750" spc="-7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events</a:t>
            </a:r>
            <a:r>
              <a:rPr dirty="0" sz="17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95">
                <a:solidFill>
                  <a:srgbClr val="2F2D2E"/>
                </a:solidFill>
                <a:latin typeface="Lucida Sans Unicode"/>
                <a:cs typeface="Lucida Sans Unicode"/>
              </a:rPr>
              <a:t>are</a:t>
            </a:r>
            <a:r>
              <a:rPr dirty="0" sz="17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growing;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120">
                <a:solidFill>
                  <a:srgbClr val="2F2D2E"/>
                </a:solidFill>
                <a:latin typeface="Lucida Sans Unicode"/>
                <a:cs typeface="Lucida Sans Unicode"/>
              </a:rPr>
              <a:t>management</a:t>
            </a:r>
            <a:r>
              <a:rPr dirty="0" sz="17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must</a:t>
            </a:r>
            <a:r>
              <a:rPr dirty="0" sz="175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not</a:t>
            </a:r>
            <a:r>
              <a:rPr dirty="0" sz="175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5">
                <a:solidFill>
                  <a:srgbClr val="2F2D2E"/>
                </a:solidFill>
                <a:latin typeface="Lucida Sans Unicode"/>
                <a:cs typeface="Lucida Sans Unicode"/>
              </a:rPr>
              <a:t>stay 	fragmented</a:t>
            </a:r>
            <a:endParaRPr sz="1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3476" y="6589637"/>
            <a:ext cx="12752070" cy="2537460"/>
          </a:xfrm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marL="12700" marR="5080">
              <a:lnSpc>
                <a:spcPts val="9460"/>
              </a:lnSpc>
              <a:spcBef>
                <a:spcPts val="1060"/>
              </a:spcBef>
            </a:pPr>
            <a:r>
              <a:rPr dirty="0" sz="8600" spc="180" b="0">
                <a:solidFill>
                  <a:srgbClr val="FFFFFF"/>
                </a:solidFill>
                <a:latin typeface="Lucida Sans Unicode"/>
                <a:cs typeface="Lucida Sans Unicode"/>
              </a:rPr>
              <a:t>Eventura</a:t>
            </a:r>
            <a:r>
              <a:rPr dirty="0" sz="8600" spc="-42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8600" spc="120" b="0">
                <a:solidFill>
                  <a:srgbClr val="FFFFFF"/>
                </a:solidFill>
                <a:latin typeface="Lucida Sans Unicode"/>
                <a:cs typeface="Lucida Sans Unicode"/>
              </a:rPr>
              <a:t>Platform </a:t>
            </a:r>
            <a:r>
              <a:rPr dirty="0" sz="8600" spc="185" b="0">
                <a:solidFill>
                  <a:srgbClr val="FFFFFF"/>
                </a:solidFill>
                <a:latin typeface="Lucida Sans Unicode"/>
                <a:cs typeface="Lucida Sans Unicode"/>
              </a:rPr>
              <a:t>Overview</a:t>
            </a:r>
            <a:r>
              <a:rPr dirty="0" sz="8600" spc="-409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8600" spc="515" b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8600" spc="-40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8600" spc="-10" b="0">
                <a:solidFill>
                  <a:srgbClr val="FFFFFF"/>
                </a:solidFill>
                <a:latin typeface="Lucida Sans Unicode"/>
                <a:cs typeface="Lucida Sans Unicode"/>
              </a:rPr>
              <a:t>Workflow</a:t>
            </a:r>
            <a:endParaRPr sz="8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30"/>
          <p:cNvSpPr/>
          <p:nvPr/>
        </p:nvSpPr>
        <p:spPr>
          <a:xfrm>
            <a:off x="906762" y="902385"/>
            <a:ext cx="549910" cy="549910"/>
          </a:xfrm>
          <a:custGeom>
            <a:avLst/>
            <a:gdLst/>
            <a:ahLst/>
            <a:cxnLst/>
            <a:rect l="l" t="t" r="r" b="b"/>
            <a:pathLst>
              <a:path w="549910" h="549910">
                <a:moveTo>
                  <a:pt x="274650" y="0"/>
                </a:moveTo>
                <a:lnTo>
                  <a:pt x="225283" y="4425"/>
                </a:lnTo>
                <a:lnTo>
                  <a:pt x="178819" y="17183"/>
                </a:lnTo>
                <a:lnTo>
                  <a:pt x="136032" y="37499"/>
                </a:lnTo>
                <a:lnTo>
                  <a:pt x="97700" y="64597"/>
                </a:lnTo>
                <a:lnTo>
                  <a:pt x="64597" y="97700"/>
                </a:lnTo>
                <a:lnTo>
                  <a:pt x="37499" y="136032"/>
                </a:lnTo>
                <a:lnTo>
                  <a:pt x="17183" y="178819"/>
                </a:lnTo>
                <a:lnTo>
                  <a:pt x="4425" y="225283"/>
                </a:lnTo>
                <a:lnTo>
                  <a:pt x="0" y="274650"/>
                </a:lnTo>
                <a:lnTo>
                  <a:pt x="4425" y="324016"/>
                </a:lnTo>
                <a:lnTo>
                  <a:pt x="17183" y="370480"/>
                </a:lnTo>
                <a:lnTo>
                  <a:pt x="37499" y="413267"/>
                </a:lnTo>
                <a:lnTo>
                  <a:pt x="64597" y="451600"/>
                </a:lnTo>
                <a:lnTo>
                  <a:pt x="97700" y="484703"/>
                </a:lnTo>
                <a:lnTo>
                  <a:pt x="136032" y="511800"/>
                </a:lnTo>
                <a:lnTo>
                  <a:pt x="178819" y="532116"/>
                </a:lnTo>
                <a:lnTo>
                  <a:pt x="225283" y="544875"/>
                </a:lnTo>
                <a:lnTo>
                  <a:pt x="274650" y="549300"/>
                </a:lnTo>
                <a:lnTo>
                  <a:pt x="324016" y="544875"/>
                </a:lnTo>
                <a:lnTo>
                  <a:pt x="370480" y="532116"/>
                </a:lnTo>
                <a:lnTo>
                  <a:pt x="413267" y="511800"/>
                </a:lnTo>
                <a:lnTo>
                  <a:pt x="451600" y="484703"/>
                </a:lnTo>
                <a:lnTo>
                  <a:pt x="484703" y="451600"/>
                </a:lnTo>
                <a:lnTo>
                  <a:pt x="511800" y="413267"/>
                </a:lnTo>
                <a:lnTo>
                  <a:pt x="532116" y="370480"/>
                </a:lnTo>
                <a:lnTo>
                  <a:pt x="544875" y="324016"/>
                </a:lnTo>
                <a:lnTo>
                  <a:pt x="549300" y="274650"/>
                </a:lnTo>
                <a:lnTo>
                  <a:pt x="544875" y="225283"/>
                </a:lnTo>
                <a:lnTo>
                  <a:pt x="532116" y="178819"/>
                </a:lnTo>
                <a:lnTo>
                  <a:pt x="511800" y="136032"/>
                </a:lnTo>
                <a:lnTo>
                  <a:pt x="484703" y="97700"/>
                </a:lnTo>
                <a:lnTo>
                  <a:pt x="451600" y="64597"/>
                </a:lnTo>
                <a:lnTo>
                  <a:pt x="413267" y="37499"/>
                </a:lnTo>
                <a:lnTo>
                  <a:pt x="370480" y="17183"/>
                </a:lnTo>
                <a:lnTo>
                  <a:pt x="324016" y="4425"/>
                </a:lnTo>
                <a:lnTo>
                  <a:pt x="274650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036835" y="1036839"/>
            <a:ext cx="2901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05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62055" y="907096"/>
            <a:ext cx="4775200" cy="530225"/>
          </a:xfrm>
          <a:custGeom>
            <a:avLst/>
            <a:gdLst/>
            <a:ahLst/>
            <a:cxnLst/>
            <a:rect l="l" t="t" r="r" b="b"/>
            <a:pathLst>
              <a:path w="4775200" h="530225">
                <a:moveTo>
                  <a:pt x="4307001" y="0"/>
                </a:moveTo>
                <a:lnTo>
                  <a:pt x="467995" y="0"/>
                </a:lnTo>
                <a:lnTo>
                  <a:pt x="391442" y="2066"/>
                </a:lnTo>
                <a:lnTo>
                  <a:pt x="322767" y="8100"/>
                </a:lnTo>
                <a:lnTo>
                  <a:pt x="261664" y="17852"/>
                </a:lnTo>
                <a:lnTo>
                  <a:pt x="207829" y="31073"/>
                </a:lnTo>
                <a:lnTo>
                  <a:pt x="160956" y="47514"/>
                </a:lnTo>
                <a:lnTo>
                  <a:pt x="120740" y="66926"/>
                </a:lnTo>
                <a:lnTo>
                  <a:pt x="86876" y="89059"/>
                </a:lnTo>
                <a:lnTo>
                  <a:pt x="36984" y="140496"/>
                </a:lnTo>
                <a:lnTo>
                  <a:pt x="8839" y="199832"/>
                </a:lnTo>
                <a:lnTo>
                  <a:pt x="0" y="265074"/>
                </a:lnTo>
                <a:lnTo>
                  <a:pt x="2158" y="298311"/>
                </a:lnTo>
                <a:lnTo>
                  <a:pt x="20346" y="360853"/>
                </a:lnTo>
                <a:lnTo>
                  <a:pt x="59059" y="416491"/>
                </a:lnTo>
                <a:lnTo>
                  <a:pt x="120740" y="463234"/>
                </a:lnTo>
                <a:lnTo>
                  <a:pt x="160956" y="482646"/>
                </a:lnTo>
                <a:lnTo>
                  <a:pt x="207829" y="499087"/>
                </a:lnTo>
                <a:lnTo>
                  <a:pt x="261664" y="512309"/>
                </a:lnTo>
                <a:lnTo>
                  <a:pt x="322767" y="522061"/>
                </a:lnTo>
                <a:lnTo>
                  <a:pt x="391442" y="528094"/>
                </a:lnTo>
                <a:lnTo>
                  <a:pt x="467995" y="530161"/>
                </a:lnTo>
                <a:lnTo>
                  <a:pt x="4307001" y="530161"/>
                </a:lnTo>
                <a:lnTo>
                  <a:pt x="4383554" y="528094"/>
                </a:lnTo>
                <a:lnTo>
                  <a:pt x="4452229" y="522061"/>
                </a:lnTo>
                <a:lnTo>
                  <a:pt x="4513332" y="512309"/>
                </a:lnTo>
                <a:lnTo>
                  <a:pt x="4567167" y="499087"/>
                </a:lnTo>
                <a:lnTo>
                  <a:pt x="4614040" y="482646"/>
                </a:lnTo>
                <a:lnTo>
                  <a:pt x="4654256" y="463234"/>
                </a:lnTo>
                <a:lnTo>
                  <a:pt x="4688120" y="441099"/>
                </a:lnTo>
                <a:lnTo>
                  <a:pt x="4738012" y="389660"/>
                </a:lnTo>
                <a:lnTo>
                  <a:pt x="4766157" y="330321"/>
                </a:lnTo>
                <a:lnTo>
                  <a:pt x="4774996" y="265074"/>
                </a:lnTo>
                <a:lnTo>
                  <a:pt x="4772837" y="231839"/>
                </a:lnTo>
                <a:lnTo>
                  <a:pt x="4754650" y="169301"/>
                </a:lnTo>
                <a:lnTo>
                  <a:pt x="4715937" y="113666"/>
                </a:lnTo>
                <a:lnTo>
                  <a:pt x="4654256" y="66926"/>
                </a:lnTo>
                <a:lnTo>
                  <a:pt x="4614040" y="47514"/>
                </a:lnTo>
                <a:lnTo>
                  <a:pt x="4567167" y="31073"/>
                </a:lnTo>
                <a:lnTo>
                  <a:pt x="4513332" y="17852"/>
                </a:lnTo>
                <a:lnTo>
                  <a:pt x="4452229" y="8100"/>
                </a:lnTo>
                <a:lnTo>
                  <a:pt x="4383554" y="2066"/>
                </a:lnTo>
                <a:lnTo>
                  <a:pt x="4307001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819634" y="1036839"/>
            <a:ext cx="44481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Eventura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85" b="1">
                <a:solidFill>
                  <a:srgbClr val="3F2BFF"/>
                </a:solidFill>
                <a:latin typeface="Trebuchet MS"/>
                <a:cs typeface="Trebuchet MS"/>
              </a:rPr>
              <a:t>Platform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Overview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70" b="1">
                <a:solidFill>
                  <a:srgbClr val="3F2BFF"/>
                </a:solidFill>
                <a:latin typeface="Trebuchet MS"/>
                <a:cs typeface="Trebuchet MS"/>
              </a:rPr>
              <a:t>and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Workflow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370" b="0">
                <a:latin typeface="Lucida Sans Unicode"/>
                <a:cs typeface="Lucida Sans Unicode"/>
              </a:rPr>
              <a:t>THE</a:t>
            </a:r>
            <a:r>
              <a:rPr dirty="0" sz="6400" spc="-305" b="0">
                <a:latin typeface="Lucida Sans Unicode"/>
                <a:cs typeface="Lucida Sans Unicode"/>
              </a:rPr>
              <a:t> </a:t>
            </a:r>
            <a:r>
              <a:rPr dirty="0" sz="6400" spc="-204" b="0">
                <a:latin typeface="Lucida Sans Unicode"/>
                <a:cs typeface="Lucida Sans Unicode"/>
              </a:rPr>
              <a:t>SOLUTION</a:t>
            </a:r>
            <a:r>
              <a:rPr dirty="0" sz="6400" spc="-300" b="0">
                <a:latin typeface="Lucida Sans Unicode"/>
                <a:cs typeface="Lucida Sans Unicode"/>
              </a:rPr>
              <a:t> </a:t>
            </a:r>
            <a:r>
              <a:rPr dirty="0" sz="6400" spc="-670" b="0">
                <a:latin typeface="Lucida Sans Unicode"/>
                <a:cs typeface="Lucida Sans Unicode"/>
              </a:rPr>
              <a:t>:</a:t>
            </a:r>
            <a:r>
              <a:rPr dirty="0" sz="6400" spc="-300" b="0">
                <a:latin typeface="Lucida Sans Unicode"/>
                <a:cs typeface="Lucida Sans Unicode"/>
              </a:rPr>
              <a:t> </a:t>
            </a:r>
            <a:r>
              <a:rPr dirty="0" sz="6400" spc="120" b="0">
                <a:latin typeface="Lucida Sans Unicode"/>
                <a:cs typeface="Lucida Sans Unicode"/>
              </a:rPr>
              <a:t>Eventura</a:t>
            </a:r>
            <a:endParaRPr sz="6400">
              <a:latin typeface="Lucida Sans Unicode"/>
              <a:cs typeface="Lucida Sans Unicode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4044727"/>
            <a:ext cx="18288000" cy="4798695"/>
            <a:chOff x="0" y="4044727"/>
            <a:chExt cx="18288000" cy="4798695"/>
          </a:xfrm>
        </p:grpSpPr>
        <p:sp>
          <p:nvSpPr>
            <p:cNvPr id="3" name="object 3"/>
            <p:cNvSpPr/>
            <p:nvPr/>
          </p:nvSpPr>
          <p:spPr>
            <a:xfrm>
              <a:off x="0" y="6777389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 h="0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4770676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05244" y="0"/>
                  </a:moveTo>
                  <a:lnTo>
                    <a:pt x="158181" y="5421"/>
                  </a:lnTo>
                  <a:lnTo>
                    <a:pt x="114980" y="20862"/>
                  </a:lnTo>
                  <a:lnTo>
                    <a:pt x="76871" y="45092"/>
                  </a:lnTo>
                  <a:lnTo>
                    <a:pt x="45087" y="76879"/>
                  </a:lnTo>
                  <a:lnTo>
                    <a:pt x="20860" y="114990"/>
                  </a:lnTo>
                  <a:lnTo>
                    <a:pt x="5420" y="158193"/>
                  </a:lnTo>
                  <a:lnTo>
                    <a:pt x="0" y="205257"/>
                  </a:lnTo>
                  <a:lnTo>
                    <a:pt x="5420" y="252320"/>
                  </a:lnTo>
                  <a:lnTo>
                    <a:pt x="20860" y="295524"/>
                  </a:lnTo>
                  <a:lnTo>
                    <a:pt x="45087" y="333635"/>
                  </a:lnTo>
                  <a:lnTo>
                    <a:pt x="76871" y="365421"/>
                  </a:lnTo>
                  <a:lnTo>
                    <a:pt x="114980" y="389652"/>
                  </a:lnTo>
                  <a:lnTo>
                    <a:pt x="158181" y="405093"/>
                  </a:lnTo>
                  <a:lnTo>
                    <a:pt x="205244" y="410514"/>
                  </a:lnTo>
                  <a:lnTo>
                    <a:pt x="252308" y="405093"/>
                  </a:lnTo>
                  <a:lnTo>
                    <a:pt x="295511" y="389652"/>
                  </a:lnTo>
                  <a:lnTo>
                    <a:pt x="333622" y="365421"/>
                  </a:lnTo>
                  <a:lnTo>
                    <a:pt x="365409" y="333635"/>
                  </a:lnTo>
                  <a:lnTo>
                    <a:pt x="389639" y="295524"/>
                  </a:lnTo>
                  <a:lnTo>
                    <a:pt x="405081" y="252320"/>
                  </a:lnTo>
                  <a:lnTo>
                    <a:pt x="410502" y="205257"/>
                  </a:lnTo>
                  <a:lnTo>
                    <a:pt x="405081" y="158193"/>
                  </a:lnTo>
                  <a:lnTo>
                    <a:pt x="389639" y="114990"/>
                  </a:lnTo>
                  <a:lnTo>
                    <a:pt x="365409" y="76879"/>
                  </a:lnTo>
                  <a:lnTo>
                    <a:pt x="333622" y="45092"/>
                  </a:lnTo>
                  <a:lnTo>
                    <a:pt x="295511" y="20862"/>
                  </a:lnTo>
                  <a:lnTo>
                    <a:pt x="252308" y="5421"/>
                  </a:lnTo>
                  <a:lnTo>
                    <a:pt x="205244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770676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410502" y="205257"/>
                  </a:moveTo>
                  <a:lnTo>
                    <a:pt x="405081" y="252320"/>
                  </a:lnTo>
                  <a:lnTo>
                    <a:pt x="389639" y="295524"/>
                  </a:lnTo>
                  <a:lnTo>
                    <a:pt x="365409" y="333635"/>
                  </a:lnTo>
                  <a:lnTo>
                    <a:pt x="333622" y="365421"/>
                  </a:lnTo>
                  <a:lnTo>
                    <a:pt x="295511" y="389652"/>
                  </a:lnTo>
                  <a:lnTo>
                    <a:pt x="252308" y="405093"/>
                  </a:lnTo>
                  <a:lnTo>
                    <a:pt x="205244" y="410514"/>
                  </a:lnTo>
                  <a:lnTo>
                    <a:pt x="158181" y="405093"/>
                  </a:lnTo>
                  <a:lnTo>
                    <a:pt x="114980" y="389652"/>
                  </a:lnTo>
                  <a:lnTo>
                    <a:pt x="76871" y="365421"/>
                  </a:lnTo>
                  <a:lnTo>
                    <a:pt x="45087" y="333635"/>
                  </a:lnTo>
                  <a:lnTo>
                    <a:pt x="20860" y="295524"/>
                  </a:lnTo>
                  <a:lnTo>
                    <a:pt x="5420" y="252320"/>
                  </a:lnTo>
                  <a:lnTo>
                    <a:pt x="0" y="205257"/>
                  </a:lnTo>
                  <a:lnTo>
                    <a:pt x="5420" y="158193"/>
                  </a:lnTo>
                  <a:lnTo>
                    <a:pt x="20860" y="114990"/>
                  </a:lnTo>
                  <a:lnTo>
                    <a:pt x="45087" y="76879"/>
                  </a:lnTo>
                  <a:lnTo>
                    <a:pt x="76871" y="45092"/>
                  </a:lnTo>
                  <a:lnTo>
                    <a:pt x="114980" y="20862"/>
                  </a:lnTo>
                  <a:lnTo>
                    <a:pt x="158181" y="5421"/>
                  </a:lnTo>
                  <a:lnTo>
                    <a:pt x="205244" y="0"/>
                  </a:lnTo>
                  <a:lnTo>
                    <a:pt x="252308" y="5421"/>
                  </a:lnTo>
                  <a:lnTo>
                    <a:pt x="295511" y="20862"/>
                  </a:lnTo>
                  <a:lnTo>
                    <a:pt x="333622" y="45092"/>
                  </a:lnTo>
                  <a:lnTo>
                    <a:pt x="365409" y="76879"/>
                  </a:lnTo>
                  <a:lnTo>
                    <a:pt x="389639" y="114990"/>
                  </a:lnTo>
                  <a:lnTo>
                    <a:pt x="405081" y="158193"/>
                  </a:lnTo>
                  <a:lnTo>
                    <a:pt x="410502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231479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05244" y="0"/>
                  </a:moveTo>
                  <a:lnTo>
                    <a:pt x="158185" y="5421"/>
                  </a:lnTo>
                  <a:lnTo>
                    <a:pt x="114985" y="20862"/>
                  </a:lnTo>
                  <a:lnTo>
                    <a:pt x="76877" y="45092"/>
                  </a:lnTo>
                  <a:lnTo>
                    <a:pt x="45091" y="76879"/>
                  </a:lnTo>
                  <a:lnTo>
                    <a:pt x="20862" y="114990"/>
                  </a:lnTo>
                  <a:lnTo>
                    <a:pt x="5420" y="158193"/>
                  </a:lnTo>
                  <a:lnTo>
                    <a:pt x="0" y="205257"/>
                  </a:lnTo>
                  <a:lnTo>
                    <a:pt x="5420" y="252320"/>
                  </a:lnTo>
                  <a:lnTo>
                    <a:pt x="20862" y="295524"/>
                  </a:lnTo>
                  <a:lnTo>
                    <a:pt x="45091" y="333635"/>
                  </a:lnTo>
                  <a:lnTo>
                    <a:pt x="76877" y="365421"/>
                  </a:lnTo>
                  <a:lnTo>
                    <a:pt x="114985" y="389652"/>
                  </a:lnTo>
                  <a:lnTo>
                    <a:pt x="158185" y="405093"/>
                  </a:lnTo>
                  <a:lnTo>
                    <a:pt x="205244" y="410514"/>
                  </a:lnTo>
                  <a:lnTo>
                    <a:pt x="252308" y="405093"/>
                  </a:lnTo>
                  <a:lnTo>
                    <a:pt x="295511" y="389652"/>
                  </a:lnTo>
                  <a:lnTo>
                    <a:pt x="333622" y="365421"/>
                  </a:lnTo>
                  <a:lnTo>
                    <a:pt x="365409" y="333635"/>
                  </a:lnTo>
                  <a:lnTo>
                    <a:pt x="389639" y="295524"/>
                  </a:lnTo>
                  <a:lnTo>
                    <a:pt x="405081" y="252320"/>
                  </a:lnTo>
                  <a:lnTo>
                    <a:pt x="410502" y="205257"/>
                  </a:lnTo>
                  <a:lnTo>
                    <a:pt x="405081" y="158193"/>
                  </a:lnTo>
                  <a:lnTo>
                    <a:pt x="389639" y="114990"/>
                  </a:lnTo>
                  <a:lnTo>
                    <a:pt x="365409" y="76879"/>
                  </a:lnTo>
                  <a:lnTo>
                    <a:pt x="333622" y="45092"/>
                  </a:lnTo>
                  <a:lnTo>
                    <a:pt x="295511" y="20862"/>
                  </a:lnTo>
                  <a:lnTo>
                    <a:pt x="252308" y="5421"/>
                  </a:lnTo>
                  <a:lnTo>
                    <a:pt x="205244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231479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410502" y="205257"/>
                  </a:moveTo>
                  <a:lnTo>
                    <a:pt x="405081" y="252320"/>
                  </a:lnTo>
                  <a:lnTo>
                    <a:pt x="389639" y="295524"/>
                  </a:lnTo>
                  <a:lnTo>
                    <a:pt x="365409" y="333635"/>
                  </a:lnTo>
                  <a:lnTo>
                    <a:pt x="333622" y="365421"/>
                  </a:lnTo>
                  <a:lnTo>
                    <a:pt x="295511" y="389652"/>
                  </a:lnTo>
                  <a:lnTo>
                    <a:pt x="252308" y="405093"/>
                  </a:lnTo>
                  <a:lnTo>
                    <a:pt x="205244" y="410514"/>
                  </a:lnTo>
                  <a:lnTo>
                    <a:pt x="158185" y="405093"/>
                  </a:lnTo>
                  <a:lnTo>
                    <a:pt x="114985" y="389652"/>
                  </a:lnTo>
                  <a:lnTo>
                    <a:pt x="76877" y="365421"/>
                  </a:lnTo>
                  <a:lnTo>
                    <a:pt x="45091" y="333635"/>
                  </a:lnTo>
                  <a:lnTo>
                    <a:pt x="20862" y="295524"/>
                  </a:lnTo>
                  <a:lnTo>
                    <a:pt x="5420" y="252320"/>
                  </a:lnTo>
                  <a:lnTo>
                    <a:pt x="0" y="205257"/>
                  </a:lnTo>
                  <a:lnTo>
                    <a:pt x="5420" y="158193"/>
                  </a:lnTo>
                  <a:lnTo>
                    <a:pt x="20862" y="114990"/>
                  </a:lnTo>
                  <a:lnTo>
                    <a:pt x="45091" y="76879"/>
                  </a:lnTo>
                  <a:lnTo>
                    <a:pt x="76877" y="45092"/>
                  </a:lnTo>
                  <a:lnTo>
                    <a:pt x="114985" y="20862"/>
                  </a:lnTo>
                  <a:lnTo>
                    <a:pt x="158185" y="5421"/>
                  </a:lnTo>
                  <a:lnTo>
                    <a:pt x="205244" y="0"/>
                  </a:lnTo>
                  <a:lnTo>
                    <a:pt x="252308" y="5421"/>
                  </a:lnTo>
                  <a:lnTo>
                    <a:pt x="295511" y="20862"/>
                  </a:lnTo>
                  <a:lnTo>
                    <a:pt x="333622" y="45092"/>
                  </a:lnTo>
                  <a:lnTo>
                    <a:pt x="365409" y="76879"/>
                  </a:lnTo>
                  <a:lnTo>
                    <a:pt x="389639" y="114990"/>
                  </a:lnTo>
                  <a:lnTo>
                    <a:pt x="405081" y="158193"/>
                  </a:lnTo>
                  <a:lnTo>
                    <a:pt x="410502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692283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05244" y="0"/>
                  </a:moveTo>
                  <a:lnTo>
                    <a:pt x="158185" y="5421"/>
                  </a:lnTo>
                  <a:lnTo>
                    <a:pt x="114985" y="20862"/>
                  </a:lnTo>
                  <a:lnTo>
                    <a:pt x="76877" y="45092"/>
                  </a:lnTo>
                  <a:lnTo>
                    <a:pt x="45091" y="76879"/>
                  </a:lnTo>
                  <a:lnTo>
                    <a:pt x="20862" y="114990"/>
                  </a:lnTo>
                  <a:lnTo>
                    <a:pt x="5420" y="158193"/>
                  </a:lnTo>
                  <a:lnTo>
                    <a:pt x="0" y="205257"/>
                  </a:lnTo>
                  <a:lnTo>
                    <a:pt x="5420" y="252320"/>
                  </a:lnTo>
                  <a:lnTo>
                    <a:pt x="20862" y="295524"/>
                  </a:lnTo>
                  <a:lnTo>
                    <a:pt x="45091" y="333635"/>
                  </a:lnTo>
                  <a:lnTo>
                    <a:pt x="76877" y="365421"/>
                  </a:lnTo>
                  <a:lnTo>
                    <a:pt x="114985" y="389652"/>
                  </a:lnTo>
                  <a:lnTo>
                    <a:pt x="158185" y="405093"/>
                  </a:lnTo>
                  <a:lnTo>
                    <a:pt x="205244" y="410514"/>
                  </a:lnTo>
                  <a:lnTo>
                    <a:pt x="252308" y="405093"/>
                  </a:lnTo>
                  <a:lnTo>
                    <a:pt x="295511" y="389652"/>
                  </a:lnTo>
                  <a:lnTo>
                    <a:pt x="333622" y="365421"/>
                  </a:lnTo>
                  <a:lnTo>
                    <a:pt x="365409" y="333635"/>
                  </a:lnTo>
                  <a:lnTo>
                    <a:pt x="389639" y="295524"/>
                  </a:lnTo>
                  <a:lnTo>
                    <a:pt x="405081" y="252320"/>
                  </a:lnTo>
                  <a:lnTo>
                    <a:pt x="410502" y="205257"/>
                  </a:lnTo>
                  <a:lnTo>
                    <a:pt x="405081" y="158193"/>
                  </a:lnTo>
                  <a:lnTo>
                    <a:pt x="389639" y="114990"/>
                  </a:lnTo>
                  <a:lnTo>
                    <a:pt x="365409" y="76879"/>
                  </a:lnTo>
                  <a:lnTo>
                    <a:pt x="333622" y="45092"/>
                  </a:lnTo>
                  <a:lnTo>
                    <a:pt x="295511" y="20862"/>
                  </a:lnTo>
                  <a:lnTo>
                    <a:pt x="252308" y="5421"/>
                  </a:lnTo>
                  <a:lnTo>
                    <a:pt x="205244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692283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410502" y="205257"/>
                  </a:moveTo>
                  <a:lnTo>
                    <a:pt x="405081" y="252320"/>
                  </a:lnTo>
                  <a:lnTo>
                    <a:pt x="389639" y="295524"/>
                  </a:lnTo>
                  <a:lnTo>
                    <a:pt x="365409" y="333635"/>
                  </a:lnTo>
                  <a:lnTo>
                    <a:pt x="333622" y="365421"/>
                  </a:lnTo>
                  <a:lnTo>
                    <a:pt x="295511" y="389652"/>
                  </a:lnTo>
                  <a:lnTo>
                    <a:pt x="252308" y="405093"/>
                  </a:lnTo>
                  <a:lnTo>
                    <a:pt x="205244" y="410514"/>
                  </a:lnTo>
                  <a:lnTo>
                    <a:pt x="158185" y="405093"/>
                  </a:lnTo>
                  <a:lnTo>
                    <a:pt x="114985" y="389652"/>
                  </a:lnTo>
                  <a:lnTo>
                    <a:pt x="76877" y="365421"/>
                  </a:lnTo>
                  <a:lnTo>
                    <a:pt x="45091" y="333635"/>
                  </a:lnTo>
                  <a:lnTo>
                    <a:pt x="20862" y="295524"/>
                  </a:lnTo>
                  <a:lnTo>
                    <a:pt x="5420" y="252320"/>
                  </a:lnTo>
                  <a:lnTo>
                    <a:pt x="0" y="205257"/>
                  </a:lnTo>
                  <a:lnTo>
                    <a:pt x="5420" y="158193"/>
                  </a:lnTo>
                  <a:lnTo>
                    <a:pt x="20862" y="114990"/>
                  </a:lnTo>
                  <a:lnTo>
                    <a:pt x="45091" y="76879"/>
                  </a:lnTo>
                  <a:lnTo>
                    <a:pt x="76877" y="45092"/>
                  </a:lnTo>
                  <a:lnTo>
                    <a:pt x="114985" y="20862"/>
                  </a:lnTo>
                  <a:lnTo>
                    <a:pt x="158185" y="5421"/>
                  </a:lnTo>
                  <a:lnTo>
                    <a:pt x="205244" y="0"/>
                  </a:lnTo>
                  <a:lnTo>
                    <a:pt x="252308" y="5421"/>
                  </a:lnTo>
                  <a:lnTo>
                    <a:pt x="295511" y="20862"/>
                  </a:lnTo>
                  <a:lnTo>
                    <a:pt x="333622" y="45092"/>
                  </a:lnTo>
                  <a:lnTo>
                    <a:pt x="365409" y="76879"/>
                  </a:lnTo>
                  <a:lnTo>
                    <a:pt x="389639" y="114990"/>
                  </a:lnTo>
                  <a:lnTo>
                    <a:pt x="405081" y="158193"/>
                  </a:lnTo>
                  <a:lnTo>
                    <a:pt x="410502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001058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05244" y="0"/>
                  </a:moveTo>
                  <a:lnTo>
                    <a:pt x="158185" y="5421"/>
                  </a:lnTo>
                  <a:lnTo>
                    <a:pt x="114985" y="20862"/>
                  </a:lnTo>
                  <a:lnTo>
                    <a:pt x="76877" y="45092"/>
                  </a:lnTo>
                  <a:lnTo>
                    <a:pt x="45091" y="76879"/>
                  </a:lnTo>
                  <a:lnTo>
                    <a:pt x="20862" y="114990"/>
                  </a:lnTo>
                  <a:lnTo>
                    <a:pt x="5420" y="158193"/>
                  </a:lnTo>
                  <a:lnTo>
                    <a:pt x="0" y="205257"/>
                  </a:lnTo>
                  <a:lnTo>
                    <a:pt x="5420" y="252320"/>
                  </a:lnTo>
                  <a:lnTo>
                    <a:pt x="20862" y="295524"/>
                  </a:lnTo>
                  <a:lnTo>
                    <a:pt x="45091" y="333635"/>
                  </a:lnTo>
                  <a:lnTo>
                    <a:pt x="76877" y="365421"/>
                  </a:lnTo>
                  <a:lnTo>
                    <a:pt x="114985" y="389652"/>
                  </a:lnTo>
                  <a:lnTo>
                    <a:pt x="158185" y="405093"/>
                  </a:lnTo>
                  <a:lnTo>
                    <a:pt x="205244" y="410514"/>
                  </a:lnTo>
                  <a:lnTo>
                    <a:pt x="252308" y="405093"/>
                  </a:lnTo>
                  <a:lnTo>
                    <a:pt x="295511" y="389652"/>
                  </a:lnTo>
                  <a:lnTo>
                    <a:pt x="333622" y="365421"/>
                  </a:lnTo>
                  <a:lnTo>
                    <a:pt x="365409" y="333635"/>
                  </a:lnTo>
                  <a:lnTo>
                    <a:pt x="389639" y="295524"/>
                  </a:lnTo>
                  <a:lnTo>
                    <a:pt x="405081" y="252320"/>
                  </a:lnTo>
                  <a:lnTo>
                    <a:pt x="410502" y="205257"/>
                  </a:lnTo>
                  <a:lnTo>
                    <a:pt x="405081" y="158193"/>
                  </a:lnTo>
                  <a:lnTo>
                    <a:pt x="389639" y="114990"/>
                  </a:lnTo>
                  <a:lnTo>
                    <a:pt x="365409" y="76879"/>
                  </a:lnTo>
                  <a:lnTo>
                    <a:pt x="333622" y="45092"/>
                  </a:lnTo>
                  <a:lnTo>
                    <a:pt x="295511" y="20862"/>
                  </a:lnTo>
                  <a:lnTo>
                    <a:pt x="252308" y="5421"/>
                  </a:lnTo>
                  <a:lnTo>
                    <a:pt x="205244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001058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410502" y="205257"/>
                  </a:moveTo>
                  <a:lnTo>
                    <a:pt x="405081" y="252320"/>
                  </a:lnTo>
                  <a:lnTo>
                    <a:pt x="389639" y="295524"/>
                  </a:lnTo>
                  <a:lnTo>
                    <a:pt x="365409" y="333635"/>
                  </a:lnTo>
                  <a:lnTo>
                    <a:pt x="333622" y="365421"/>
                  </a:lnTo>
                  <a:lnTo>
                    <a:pt x="295511" y="389652"/>
                  </a:lnTo>
                  <a:lnTo>
                    <a:pt x="252308" y="405093"/>
                  </a:lnTo>
                  <a:lnTo>
                    <a:pt x="205244" y="410514"/>
                  </a:lnTo>
                  <a:lnTo>
                    <a:pt x="158185" y="405093"/>
                  </a:lnTo>
                  <a:lnTo>
                    <a:pt x="114985" y="389652"/>
                  </a:lnTo>
                  <a:lnTo>
                    <a:pt x="76877" y="365421"/>
                  </a:lnTo>
                  <a:lnTo>
                    <a:pt x="45091" y="333635"/>
                  </a:lnTo>
                  <a:lnTo>
                    <a:pt x="20862" y="295524"/>
                  </a:lnTo>
                  <a:lnTo>
                    <a:pt x="5420" y="252320"/>
                  </a:lnTo>
                  <a:lnTo>
                    <a:pt x="0" y="205257"/>
                  </a:lnTo>
                  <a:lnTo>
                    <a:pt x="5420" y="158193"/>
                  </a:lnTo>
                  <a:lnTo>
                    <a:pt x="20862" y="114990"/>
                  </a:lnTo>
                  <a:lnTo>
                    <a:pt x="45091" y="76879"/>
                  </a:lnTo>
                  <a:lnTo>
                    <a:pt x="76877" y="45092"/>
                  </a:lnTo>
                  <a:lnTo>
                    <a:pt x="114985" y="20862"/>
                  </a:lnTo>
                  <a:lnTo>
                    <a:pt x="158185" y="5421"/>
                  </a:lnTo>
                  <a:lnTo>
                    <a:pt x="205244" y="0"/>
                  </a:lnTo>
                  <a:lnTo>
                    <a:pt x="252308" y="5421"/>
                  </a:lnTo>
                  <a:lnTo>
                    <a:pt x="295511" y="20862"/>
                  </a:lnTo>
                  <a:lnTo>
                    <a:pt x="333622" y="45092"/>
                  </a:lnTo>
                  <a:lnTo>
                    <a:pt x="365409" y="76879"/>
                  </a:lnTo>
                  <a:lnTo>
                    <a:pt x="389639" y="114990"/>
                  </a:lnTo>
                  <a:lnTo>
                    <a:pt x="405081" y="158193"/>
                  </a:lnTo>
                  <a:lnTo>
                    <a:pt x="410502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61862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05244" y="0"/>
                  </a:moveTo>
                  <a:lnTo>
                    <a:pt x="158185" y="5421"/>
                  </a:lnTo>
                  <a:lnTo>
                    <a:pt x="114985" y="20862"/>
                  </a:lnTo>
                  <a:lnTo>
                    <a:pt x="76877" y="45092"/>
                  </a:lnTo>
                  <a:lnTo>
                    <a:pt x="45091" y="76879"/>
                  </a:lnTo>
                  <a:lnTo>
                    <a:pt x="20862" y="114990"/>
                  </a:lnTo>
                  <a:lnTo>
                    <a:pt x="5420" y="158193"/>
                  </a:lnTo>
                  <a:lnTo>
                    <a:pt x="0" y="205257"/>
                  </a:lnTo>
                  <a:lnTo>
                    <a:pt x="5420" y="252320"/>
                  </a:lnTo>
                  <a:lnTo>
                    <a:pt x="20862" y="295524"/>
                  </a:lnTo>
                  <a:lnTo>
                    <a:pt x="45091" y="333635"/>
                  </a:lnTo>
                  <a:lnTo>
                    <a:pt x="76877" y="365421"/>
                  </a:lnTo>
                  <a:lnTo>
                    <a:pt x="114985" y="389652"/>
                  </a:lnTo>
                  <a:lnTo>
                    <a:pt x="158185" y="405093"/>
                  </a:lnTo>
                  <a:lnTo>
                    <a:pt x="205244" y="410514"/>
                  </a:lnTo>
                  <a:lnTo>
                    <a:pt x="252308" y="405093"/>
                  </a:lnTo>
                  <a:lnTo>
                    <a:pt x="295511" y="389652"/>
                  </a:lnTo>
                  <a:lnTo>
                    <a:pt x="333622" y="365421"/>
                  </a:lnTo>
                  <a:lnTo>
                    <a:pt x="365409" y="333635"/>
                  </a:lnTo>
                  <a:lnTo>
                    <a:pt x="389639" y="295524"/>
                  </a:lnTo>
                  <a:lnTo>
                    <a:pt x="405081" y="252320"/>
                  </a:lnTo>
                  <a:lnTo>
                    <a:pt x="410502" y="205257"/>
                  </a:lnTo>
                  <a:lnTo>
                    <a:pt x="405081" y="158193"/>
                  </a:lnTo>
                  <a:lnTo>
                    <a:pt x="389639" y="114990"/>
                  </a:lnTo>
                  <a:lnTo>
                    <a:pt x="365409" y="76879"/>
                  </a:lnTo>
                  <a:lnTo>
                    <a:pt x="333622" y="45092"/>
                  </a:lnTo>
                  <a:lnTo>
                    <a:pt x="295511" y="20862"/>
                  </a:lnTo>
                  <a:lnTo>
                    <a:pt x="252308" y="5421"/>
                  </a:lnTo>
                  <a:lnTo>
                    <a:pt x="205244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61862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410502" y="205257"/>
                  </a:moveTo>
                  <a:lnTo>
                    <a:pt x="405081" y="252320"/>
                  </a:lnTo>
                  <a:lnTo>
                    <a:pt x="389639" y="295524"/>
                  </a:lnTo>
                  <a:lnTo>
                    <a:pt x="365409" y="333635"/>
                  </a:lnTo>
                  <a:lnTo>
                    <a:pt x="333622" y="365421"/>
                  </a:lnTo>
                  <a:lnTo>
                    <a:pt x="295511" y="389652"/>
                  </a:lnTo>
                  <a:lnTo>
                    <a:pt x="252308" y="405093"/>
                  </a:lnTo>
                  <a:lnTo>
                    <a:pt x="205244" y="410514"/>
                  </a:lnTo>
                  <a:lnTo>
                    <a:pt x="158185" y="405093"/>
                  </a:lnTo>
                  <a:lnTo>
                    <a:pt x="114985" y="389652"/>
                  </a:lnTo>
                  <a:lnTo>
                    <a:pt x="76877" y="365421"/>
                  </a:lnTo>
                  <a:lnTo>
                    <a:pt x="45091" y="333635"/>
                  </a:lnTo>
                  <a:lnTo>
                    <a:pt x="20862" y="295524"/>
                  </a:lnTo>
                  <a:lnTo>
                    <a:pt x="5420" y="252320"/>
                  </a:lnTo>
                  <a:lnTo>
                    <a:pt x="0" y="205257"/>
                  </a:lnTo>
                  <a:lnTo>
                    <a:pt x="5420" y="158193"/>
                  </a:lnTo>
                  <a:lnTo>
                    <a:pt x="20862" y="114990"/>
                  </a:lnTo>
                  <a:lnTo>
                    <a:pt x="45091" y="76879"/>
                  </a:lnTo>
                  <a:lnTo>
                    <a:pt x="76877" y="45092"/>
                  </a:lnTo>
                  <a:lnTo>
                    <a:pt x="114985" y="20862"/>
                  </a:lnTo>
                  <a:lnTo>
                    <a:pt x="158185" y="5421"/>
                  </a:lnTo>
                  <a:lnTo>
                    <a:pt x="205244" y="0"/>
                  </a:lnTo>
                  <a:lnTo>
                    <a:pt x="252308" y="5421"/>
                  </a:lnTo>
                  <a:lnTo>
                    <a:pt x="295511" y="20862"/>
                  </a:lnTo>
                  <a:lnTo>
                    <a:pt x="333622" y="45092"/>
                  </a:lnTo>
                  <a:lnTo>
                    <a:pt x="365409" y="76879"/>
                  </a:lnTo>
                  <a:lnTo>
                    <a:pt x="389639" y="114990"/>
                  </a:lnTo>
                  <a:lnTo>
                    <a:pt x="405081" y="158193"/>
                  </a:lnTo>
                  <a:lnTo>
                    <a:pt x="410502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22653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05257" y="0"/>
                  </a:moveTo>
                  <a:lnTo>
                    <a:pt x="158197" y="5421"/>
                  </a:lnTo>
                  <a:lnTo>
                    <a:pt x="114996" y="20862"/>
                  </a:lnTo>
                  <a:lnTo>
                    <a:pt x="76884" y="45092"/>
                  </a:lnTo>
                  <a:lnTo>
                    <a:pt x="45096" y="76879"/>
                  </a:lnTo>
                  <a:lnTo>
                    <a:pt x="20864" y="114990"/>
                  </a:lnTo>
                  <a:lnTo>
                    <a:pt x="5421" y="158193"/>
                  </a:lnTo>
                  <a:lnTo>
                    <a:pt x="0" y="205257"/>
                  </a:lnTo>
                  <a:lnTo>
                    <a:pt x="5421" y="252320"/>
                  </a:lnTo>
                  <a:lnTo>
                    <a:pt x="20864" y="295524"/>
                  </a:lnTo>
                  <a:lnTo>
                    <a:pt x="45096" y="333635"/>
                  </a:lnTo>
                  <a:lnTo>
                    <a:pt x="76884" y="365421"/>
                  </a:lnTo>
                  <a:lnTo>
                    <a:pt x="114996" y="389652"/>
                  </a:lnTo>
                  <a:lnTo>
                    <a:pt x="158197" y="405093"/>
                  </a:lnTo>
                  <a:lnTo>
                    <a:pt x="205257" y="410514"/>
                  </a:lnTo>
                  <a:lnTo>
                    <a:pt x="252320" y="405093"/>
                  </a:lnTo>
                  <a:lnTo>
                    <a:pt x="295524" y="389652"/>
                  </a:lnTo>
                  <a:lnTo>
                    <a:pt x="333635" y="365421"/>
                  </a:lnTo>
                  <a:lnTo>
                    <a:pt x="365421" y="333635"/>
                  </a:lnTo>
                  <a:lnTo>
                    <a:pt x="389652" y="295524"/>
                  </a:lnTo>
                  <a:lnTo>
                    <a:pt x="405093" y="252320"/>
                  </a:lnTo>
                  <a:lnTo>
                    <a:pt x="410514" y="205257"/>
                  </a:lnTo>
                  <a:lnTo>
                    <a:pt x="405093" y="158193"/>
                  </a:lnTo>
                  <a:lnTo>
                    <a:pt x="389652" y="114990"/>
                  </a:lnTo>
                  <a:lnTo>
                    <a:pt x="365421" y="76879"/>
                  </a:lnTo>
                  <a:lnTo>
                    <a:pt x="333635" y="45092"/>
                  </a:lnTo>
                  <a:lnTo>
                    <a:pt x="295524" y="20862"/>
                  </a:lnTo>
                  <a:lnTo>
                    <a:pt x="252320" y="5421"/>
                  </a:lnTo>
                  <a:lnTo>
                    <a:pt x="205257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22653" y="657213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410514" y="205257"/>
                  </a:moveTo>
                  <a:lnTo>
                    <a:pt x="405093" y="252320"/>
                  </a:lnTo>
                  <a:lnTo>
                    <a:pt x="389652" y="295524"/>
                  </a:lnTo>
                  <a:lnTo>
                    <a:pt x="365421" y="333635"/>
                  </a:lnTo>
                  <a:lnTo>
                    <a:pt x="333635" y="365421"/>
                  </a:lnTo>
                  <a:lnTo>
                    <a:pt x="295524" y="389652"/>
                  </a:lnTo>
                  <a:lnTo>
                    <a:pt x="252320" y="405093"/>
                  </a:lnTo>
                  <a:lnTo>
                    <a:pt x="205257" y="410514"/>
                  </a:lnTo>
                  <a:lnTo>
                    <a:pt x="158197" y="405093"/>
                  </a:lnTo>
                  <a:lnTo>
                    <a:pt x="114996" y="389652"/>
                  </a:lnTo>
                  <a:lnTo>
                    <a:pt x="76884" y="365421"/>
                  </a:lnTo>
                  <a:lnTo>
                    <a:pt x="45096" y="333635"/>
                  </a:lnTo>
                  <a:lnTo>
                    <a:pt x="20864" y="295524"/>
                  </a:lnTo>
                  <a:lnTo>
                    <a:pt x="5421" y="252320"/>
                  </a:lnTo>
                  <a:lnTo>
                    <a:pt x="0" y="205257"/>
                  </a:lnTo>
                  <a:lnTo>
                    <a:pt x="5421" y="158193"/>
                  </a:lnTo>
                  <a:lnTo>
                    <a:pt x="20864" y="114990"/>
                  </a:lnTo>
                  <a:lnTo>
                    <a:pt x="45096" y="76879"/>
                  </a:lnTo>
                  <a:lnTo>
                    <a:pt x="76884" y="45092"/>
                  </a:lnTo>
                  <a:lnTo>
                    <a:pt x="114996" y="20862"/>
                  </a:lnTo>
                  <a:lnTo>
                    <a:pt x="158197" y="5421"/>
                  </a:lnTo>
                  <a:lnTo>
                    <a:pt x="205257" y="0"/>
                  </a:lnTo>
                  <a:lnTo>
                    <a:pt x="252320" y="5421"/>
                  </a:lnTo>
                  <a:lnTo>
                    <a:pt x="295524" y="20862"/>
                  </a:lnTo>
                  <a:lnTo>
                    <a:pt x="333635" y="45092"/>
                  </a:lnTo>
                  <a:lnTo>
                    <a:pt x="365421" y="76879"/>
                  </a:lnTo>
                  <a:lnTo>
                    <a:pt x="389652" y="114990"/>
                  </a:lnTo>
                  <a:lnTo>
                    <a:pt x="405093" y="158193"/>
                  </a:lnTo>
                  <a:lnTo>
                    <a:pt x="410514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206287" y="4044727"/>
              <a:ext cx="0" cy="2520950"/>
            </a:xfrm>
            <a:custGeom>
              <a:avLst/>
              <a:gdLst/>
              <a:ahLst/>
              <a:cxnLst/>
              <a:rect l="l" t="t" r="r" b="b"/>
              <a:pathLst>
                <a:path w="0" h="2520950">
                  <a:moveTo>
                    <a:pt x="0" y="252093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67090" y="4140143"/>
              <a:ext cx="0" cy="2425700"/>
            </a:xfrm>
            <a:custGeom>
              <a:avLst/>
              <a:gdLst/>
              <a:ahLst/>
              <a:cxnLst/>
              <a:rect l="l" t="t" r="r" b="b"/>
              <a:pathLst>
                <a:path w="0" h="2425700">
                  <a:moveTo>
                    <a:pt x="0" y="242552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27893" y="4410004"/>
              <a:ext cx="0" cy="2155825"/>
            </a:xfrm>
            <a:custGeom>
              <a:avLst/>
              <a:gdLst/>
              <a:ahLst/>
              <a:cxnLst/>
              <a:rect l="l" t="t" r="r" b="b"/>
              <a:pathLst>
                <a:path w="0" h="2155825">
                  <a:moveTo>
                    <a:pt x="0" y="215565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975904" y="6989117"/>
              <a:ext cx="0" cy="1758950"/>
            </a:xfrm>
            <a:custGeom>
              <a:avLst/>
              <a:gdLst/>
              <a:ahLst/>
              <a:cxnLst/>
              <a:rect l="l" t="t" r="r" b="b"/>
              <a:pathLst>
                <a:path w="0" h="1758950">
                  <a:moveTo>
                    <a:pt x="0" y="175853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436744" y="6989120"/>
              <a:ext cx="0" cy="1854200"/>
            </a:xfrm>
            <a:custGeom>
              <a:avLst/>
              <a:gdLst/>
              <a:ahLst/>
              <a:cxnLst/>
              <a:rect l="l" t="t" r="r" b="b"/>
              <a:pathLst>
                <a:path w="0" h="1854200">
                  <a:moveTo>
                    <a:pt x="0" y="185394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897510" y="6989120"/>
              <a:ext cx="0" cy="1854200"/>
            </a:xfrm>
            <a:custGeom>
              <a:avLst/>
              <a:gdLst/>
              <a:ahLst/>
              <a:cxnLst/>
              <a:rect l="l" t="t" r="r" b="b"/>
              <a:pathLst>
                <a:path w="0" h="1854200">
                  <a:moveTo>
                    <a:pt x="0" y="185394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326939" y="4270585"/>
            <a:ext cx="2141855" cy="1804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7780">
              <a:lnSpc>
                <a:spcPct val="100000"/>
              </a:lnSpc>
              <a:spcBef>
                <a:spcPts val="95"/>
              </a:spcBef>
            </a:pPr>
            <a:r>
              <a:rPr dirty="0" sz="2400" spc="60">
                <a:solidFill>
                  <a:srgbClr val="2F2D2E"/>
                </a:solidFill>
                <a:latin typeface="Lucida Sans Unicode"/>
                <a:cs typeface="Lucida Sans Unicode"/>
              </a:rPr>
              <a:t>College</a:t>
            </a:r>
            <a:r>
              <a:rPr dirty="0" sz="240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0">
                <a:solidFill>
                  <a:srgbClr val="2F2D2E"/>
                </a:solidFill>
                <a:latin typeface="Lucida Sans Unicode"/>
                <a:cs typeface="Lucida Sans Unicode"/>
              </a:rPr>
              <a:t>setup </a:t>
            </a:r>
            <a:r>
              <a:rPr dirty="0" sz="2400" spc="140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2F2D2E"/>
                </a:solidFill>
                <a:latin typeface="Lucida Sans Unicode"/>
                <a:cs typeface="Lucida Sans Unicode"/>
              </a:rPr>
              <a:t>roles</a:t>
            </a:r>
            <a:endParaRPr sz="24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1200"/>
              </a:lnSpc>
              <a:spcBef>
                <a:spcPts val="1864"/>
              </a:spcBef>
            </a:pP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RBAC:</a:t>
            </a:r>
            <a:r>
              <a:rPr dirty="0" sz="1750" spc="-9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Admin,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Club, Organizer,</a:t>
            </a:r>
            <a:r>
              <a:rPr dirty="0" sz="1750" spc="-7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Student, Volunteer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66135" y="4000726"/>
            <a:ext cx="2196465" cy="2073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2400" spc="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5">
                <a:solidFill>
                  <a:srgbClr val="2F2D2E"/>
                </a:solidFill>
                <a:latin typeface="Lucida Sans Unicode"/>
                <a:cs typeface="Lucida Sans Unicode"/>
              </a:rPr>
              <a:t>creation </a:t>
            </a:r>
            <a:r>
              <a:rPr dirty="0" sz="2400" spc="140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2400" spc="-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75">
                <a:solidFill>
                  <a:srgbClr val="2F2D2E"/>
                </a:solidFill>
                <a:latin typeface="Lucida Sans Unicode"/>
                <a:cs typeface="Lucida Sans Unicode"/>
              </a:rPr>
              <a:t>approval</a:t>
            </a:r>
            <a:endParaRPr sz="2400">
              <a:latin typeface="Lucida Sans Unicode"/>
              <a:cs typeface="Lucida Sans Unicode"/>
            </a:endParaRPr>
          </a:p>
          <a:p>
            <a:pPr marL="12700" marR="260985">
              <a:lnSpc>
                <a:spcPct val="101200"/>
              </a:lnSpc>
              <a:spcBef>
                <a:spcPts val="1864"/>
              </a:spcBef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Draft</a:t>
            </a:r>
            <a:r>
              <a:rPr dirty="0" sz="17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to</a:t>
            </a:r>
            <a:r>
              <a:rPr dirty="0" sz="17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submit; Admin 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approve/request </a:t>
            </a:r>
            <a:r>
              <a:rPr dirty="0" sz="1750" spc="95">
                <a:solidFill>
                  <a:srgbClr val="2F2D2E"/>
                </a:solidFill>
                <a:latin typeface="Lucida Sans Unicode"/>
                <a:cs typeface="Lucida Sans Unicode"/>
              </a:rPr>
              <a:t>changes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405333" y="3905308"/>
            <a:ext cx="2304415" cy="2169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400" spc="-10">
                <a:solidFill>
                  <a:srgbClr val="2F2D2E"/>
                </a:solidFill>
                <a:latin typeface="Lucida Sans Unicode"/>
                <a:cs typeface="Lucida Sans Unicode"/>
              </a:rPr>
              <a:t>Operations: </a:t>
            </a: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volunteers</a:t>
            </a:r>
            <a:r>
              <a:rPr dirty="0" sz="2400" spc="1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14">
                <a:solidFill>
                  <a:srgbClr val="2F2D2E"/>
                </a:solidFill>
                <a:latin typeface="Lucida Sans Unicode"/>
                <a:cs typeface="Lucida Sans Unicode"/>
              </a:rPr>
              <a:t>and </a:t>
            </a:r>
            <a:r>
              <a:rPr dirty="0" sz="2400" spc="60">
                <a:solidFill>
                  <a:srgbClr val="2F2D2E"/>
                </a:solidFill>
                <a:latin typeface="Lucida Sans Unicode"/>
                <a:cs typeface="Lucida Sans Unicode"/>
              </a:rPr>
              <a:t>finance</a:t>
            </a:r>
            <a:endParaRPr sz="2400">
              <a:latin typeface="Lucida Sans Unicode"/>
              <a:cs typeface="Lucida Sans Unicode"/>
            </a:endParaRPr>
          </a:p>
          <a:p>
            <a:pPr marL="12700" marR="97790">
              <a:lnSpc>
                <a:spcPct val="101200"/>
              </a:lnSpc>
              <a:spcBef>
                <a:spcPts val="1860"/>
              </a:spcBef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Assignments,</a:t>
            </a:r>
            <a:r>
              <a:rPr dirty="0" sz="1750" spc="1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tasks, </a:t>
            </a:r>
            <a:r>
              <a:rPr dirty="0" sz="1750" spc="70">
                <a:solidFill>
                  <a:srgbClr val="2F2D2E"/>
                </a:solidFill>
                <a:latin typeface="Lucida Sans Unicode"/>
                <a:cs typeface="Lucida Sans Unicode"/>
              </a:rPr>
              <a:t>budget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vs</a:t>
            </a:r>
            <a:r>
              <a:rPr dirty="0" sz="17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spend, expenses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96556" y="7395495"/>
            <a:ext cx="2255520" cy="1804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2395">
              <a:lnSpc>
                <a:spcPct val="100000"/>
              </a:lnSpc>
              <a:spcBef>
                <a:spcPts val="95"/>
              </a:spcBef>
            </a:pPr>
            <a:r>
              <a:rPr dirty="0" sz="2400" spc="30">
                <a:solidFill>
                  <a:srgbClr val="2F2D2E"/>
                </a:solidFill>
                <a:latin typeface="Lucida Sans Unicode"/>
                <a:cs typeface="Lucida Sans Unicode"/>
              </a:rPr>
              <a:t>Club </a:t>
            </a:r>
            <a:r>
              <a:rPr dirty="0" sz="2400" spc="140">
                <a:solidFill>
                  <a:srgbClr val="2F2D2E"/>
                </a:solidFill>
                <a:latin typeface="Lucida Sans Unicode"/>
                <a:cs typeface="Lucida Sans Unicode"/>
              </a:rPr>
              <a:t>management</a:t>
            </a:r>
            <a:endParaRPr sz="2400">
              <a:latin typeface="Lucida Sans Unicode"/>
              <a:cs typeface="Lucida Sans Unicode"/>
            </a:endParaRPr>
          </a:p>
          <a:p>
            <a:pPr marL="12700" marR="5080">
              <a:lnSpc>
                <a:spcPct val="101200"/>
              </a:lnSpc>
              <a:spcBef>
                <a:spcPts val="1864"/>
              </a:spcBef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Clubs,</a:t>
            </a:r>
            <a:r>
              <a:rPr dirty="0" sz="1750" spc="-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coordinators, </a:t>
            </a:r>
            <a:r>
              <a:rPr dirty="0" sz="1750" spc="55">
                <a:solidFill>
                  <a:srgbClr val="2F2D2E"/>
                </a:solidFill>
                <a:latin typeface="Lucida Sans Unicode"/>
                <a:cs typeface="Lucida Sans Unicode"/>
              </a:rPr>
              <a:t>teams,</a:t>
            </a:r>
            <a:r>
              <a:rPr dirty="0" sz="17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reusable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templates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35752" y="7395495"/>
            <a:ext cx="2322830" cy="1804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Registration</a:t>
            </a:r>
            <a:r>
              <a:rPr dirty="0" sz="2400" spc="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5">
                <a:solidFill>
                  <a:srgbClr val="2F2D2E"/>
                </a:solidFill>
                <a:latin typeface="Lucida Sans Unicode"/>
                <a:cs typeface="Lucida Sans Unicode"/>
              </a:rPr>
              <a:t>to </a:t>
            </a: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QR</a:t>
            </a:r>
            <a:r>
              <a:rPr dirty="0" sz="2400" spc="-15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5">
                <a:solidFill>
                  <a:srgbClr val="2F2D2E"/>
                </a:solidFill>
                <a:latin typeface="Lucida Sans Unicode"/>
                <a:cs typeface="Lucida Sans Unicode"/>
              </a:rPr>
              <a:t>attendance</a:t>
            </a:r>
            <a:endParaRPr sz="2400">
              <a:latin typeface="Lucida Sans Unicode"/>
              <a:cs typeface="Lucida Sans Unicode"/>
            </a:endParaRPr>
          </a:p>
          <a:p>
            <a:pPr marL="12700" marR="271780">
              <a:lnSpc>
                <a:spcPct val="101200"/>
              </a:lnSpc>
              <a:spcBef>
                <a:spcPts val="1864"/>
              </a:spcBef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Public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signup,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35">
                <a:solidFill>
                  <a:srgbClr val="2F2D2E"/>
                </a:solidFill>
                <a:latin typeface="Lucida Sans Unicode"/>
                <a:cs typeface="Lucida Sans Unicode"/>
              </a:rPr>
              <a:t>QR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pass,</a:t>
            </a:r>
            <a:r>
              <a:rPr dirty="0" sz="1750" spc="10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95">
                <a:solidFill>
                  <a:srgbClr val="2F2D2E"/>
                </a:solidFill>
                <a:latin typeface="Lucida Sans Unicode"/>
                <a:cs typeface="Lucida Sans Unicode"/>
              </a:rPr>
              <a:t>scan-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based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check-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in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174912" y="7395495"/>
            <a:ext cx="2205355" cy="1708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50">
                <a:solidFill>
                  <a:srgbClr val="2F2D2E"/>
                </a:solidFill>
                <a:latin typeface="Lucida Sans Unicode"/>
                <a:cs typeface="Lucida Sans Unicode"/>
              </a:rPr>
              <a:t>Close</a:t>
            </a:r>
            <a:r>
              <a:rPr dirty="0" sz="240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the</a:t>
            </a:r>
            <a:r>
              <a:rPr dirty="0" sz="240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0">
                <a:solidFill>
                  <a:srgbClr val="2F2D2E"/>
                </a:solidFill>
                <a:latin typeface="Lucida Sans Unicode"/>
                <a:cs typeface="Lucida Sans Unicode"/>
              </a:rPr>
              <a:t>loop</a:t>
            </a:r>
            <a:endParaRPr sz="2400">
              <a:latin typeface="Lucida Sans Unicode"/>
              <a:cs typeface="Lucida Sans Unicode"/>
            </a:endParaRPr>
          </a:p>
          <a:p>
            <a:pPr marL="12700" marR="238125">
              <a:lnSpc>
                <a:spcPct val="101200"/>
              </a:lnSpc>
              <a:spcBef>
                <a:spcPts val="1870"/>
              </a:spcBef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Feedback,</a:t>
            </a:r>
            <a:r>
              <a:rPr dirty="0" sz="1750" spc="3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5">
                <a:solidFill>
                  <a:srgbClr val="2F2D2E"/>
                </a:solidFill>
                <a:latin typeface="Lucida Sans Unicode"/>
                <a:cs typeface="Lucida Sans Unicode"/>
              </a:rPr>
              <a:t>auto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certificates, </a:t>
            </a:r>
            <a:r>
              <a:rPr dirty="0" sz="1750" spc="70">
                <a:solidFill>
                  <a:srgbClr val="2F2D2E"/>
                </a:solidFill>
                <a:latin typeface="Lucida Sans Unicode"/>
                <a:cs typeface="Lucida Sans Unicode"/>
              </a:rPr>
              <a:t>analytics</a:t>
            </a:r>
            <a:r>
              <a:rPr dirty="0" sz="17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25">
                <a:solidFill>
                  <a:srgbClr val="2F2D2E"/>
                </a:solidFill>
                <a:latin typeface="Lucida Sans Unicode"/>
                <a:cs typeface="Lucida Sans Unicode"/>
              </a:rPr>
              <a:t>as</a:t>
            </a:r>
            <a:r>
              <a:rPr dirty="0" sz="17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truth 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source</a:t>
            </a:r>
            <a:endParaRPr sz="1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6306" y="903966"/>
            <a:ext cx="547370" cy="547370"/>
          </a:xfrm>
          <a:custGeom>
            <a:avLst/>
            <a:gdLst/>
            <a:ahLst/>
            <a:cxnLst/>
            <a:rect l="l" t="t" r="r" b="b"/>
            <a:pathLst>
              <a:path w="547369" h="547369">
                <a:moveTo>
                  <a:pt x="273469" y="0"/>
                </a:moveTo>
                <a:lnTo>
                  <a:pt x="224313" y="4406"/>
                </a:lnTo>
                <a:lnTo>
                  <a:pt x="178048" y="17109"/>
                </a:lnTo>
                <a:lnTo>
                  <a:pt x="135445" y="37337"/>
                </a:lnTo>
                <a:lnTo>
                  <a:pt x="97278" y="64317"/>
                </a:lnTo>
                <a:lnTo>
                  <a:pt x="64317" y="97278"/>
                </a:lnTo>
                <a:lnTo>
                  <a:pt x="37337" y="135445"/>
                </a:lnTo>
                <a:lnTo>
                  <a:pt x="17109" y="178048"/>
                </a:lnTo>
                <a:lnTo>
                  <a:pt x="4406" y="224313"/>
                </a:lnTo>
                <a:lnTo>
                  <a:pt x="0" y="273469"/>
                </a:lnTo>
                <a:lnTo>
                  <a:pt x="4406" y="322620"/>
                </a:lnTo>
                <a:lnTo>
                  <a:pt x="17109" y="368882"/>
                </a:lnTo>
                <a:lnTo>
                  <a:pt x="37337" y="411483"/>
                </a:lnTo>
                <a:lnTo>
                  <a:pt x="64317" y="449649"/>
                </a:lnTo>
                <a:lnTo>
                  <a:pt x="97278" y="482608"/>
                </a:lnTo>
                <a:lnTo>
                  <a:pt x="135445" y="509588"/>
                </a:lnTo>
                <a:lnTo>
                  <a:pt x="178048" y="529816"/>
                </a:lnTo>
                <a:lnTo>
                  <a:pt x="224313" y="542519"/>
                </a:lnTo>
                <a:lnTo>
                  <a:pt x="273469" y="546925"/>
                </a:lnTo>
                <a:lnTo>
                  <a:pt x="322624" y="542519"/>
                </a:lnTo>
                <a:lnTo>
                  <a:pt x="368889" y="529816"/>
                </a:lnTo>
                <a:lnTo>
                  <a:pt x="411492" y="509588"/>
                </a:lnTo>
                <a:lnTo>
                  <a:pt x="449659" y="482608"/>
                </a:lnTo>
                <a:lnTo>
                  <a:pt x="482620" y="449649"/>
                </a:lnTo>
                <a:lnTo>
                  <a:pt x="509600" y="411483"/>
                </a:lnTo>
                <a:lnTo>
                  <a:pt x="529828" y="368882"/>
                </a:lnTo>
                <a:lnTo>
                  <a:pt x="542532" y="322620"/>
                </a:lnTo>
                <a:lnTo>
                  <a:pt x="546938" y="273469"/>
                </a:lnTo>
                <a:lnTo>
                  <a:pt x="542532" y="224313"/>
                </a:lnTo>
                <a:lnTo>
                  <a:pt x="529828" y="178048"/>
                </a:lnTo>
                <a:lnTo>
                  <a:pt x="509600" y="135445"/>
                </a:lnTo>
                <a:lnTo>
                  <a:pt x="482620" y="97278"/>
                </a:lnTo>
                <a:lnTo>
                  <a:pt x="449659" y="64317"/>
                </a:lnTo>
                <a:lnTo>
                  <a:pt x="411492" y="37337"/>
                </a:lnTo>
                <a:lnTo>
                  <a:pt x="368889" y="17109"/>
                </a:lnTo>
                <a:lnTo>
                  <a:pt x="322624" y="4406"/>
                </a:lnTo>
                <a:lnTo>
                  <a:pt x="273469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36835" y="1036839"/>
            <a:ext cx="2876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5" b="1">
                <a:solidFill>
                  <a:srgbClr val="3F2BFF"/>
                </a:solidFill>
                <a:latin typeface="Trebuchet MS"/>
                <a:cs typeface="Trebuchet MS"/>
              </a:rPr>
              <a:t>06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2055" y="907096"/>
            <a:ext cx="4775200" cy="530225"/>
          </a:xfrm>
          <a:custGeom>
            <a:avLst/>
            <a:gdLst/>
            <a:ahLst/>
            <a:cxnLst/>
            <a:rect l="l" t="t" r="r" b="b"/>
            <a:pathLst>
              <a:path w="4775200" h="530225">
                <a:moveTo>
                  <a:pt x="4307001" y="0"/>
                </a:moveTo>
                <a:lnTo>
                  <a:pt x="467995" y="0"/>
                </a:lnTo>
                <a:lnTo>
                  <a:pt x="391442" y="2066"/>
                </a:lnTo>
                <a:lnTo>
                  <a:pt x="322767" y="8100"/>
                </a:lnTo>
                <a:lnTo>
                  <a:pt x="261664" y="17852"/>
                </a:lnTo>
                <a:lnTo>
                  <a:pt x="207829" y="31073"/>
                </a:lnTo>
                <a:lnTo>
                  <a:pt x="160956" y="47514"/>
                </a:lnTo>
                <a:lnTo>
                  <a:pt x="120740" y="66926"/>
                </a:lnTo>
                <a:lnTo>
                  <a:pt x="86876" y="89059"/>
                </a:lnTo>
                <a:lnTo>
                  <a:pt x="36984" y="140496"/>
                </a:lnTo>
                <a:lnTo>
                  <a:pt x="8839" y="199832"/>
                </a:lnTo>
                <a:lnTo>
                  <a:pt x="0" y="265074"/>
                </a:lnTo>
                <a:lnTo>
                  <a:pt x="2158" y="298311"/>
                </a:lnTo>
                <a:lnTo>
                  <a:pt x="20346" y="360853"/>
                </a:lnTo>
                <a:lnTo>
                  <a:pt x="59059" y="416491"/>
                </a:lnTo>
                <a:lnTo>
                  <a:pt x="120740" y="463234"/>
                </a:lnTo>
                <a:lnTo>
                  <a:pt x="160956" y="482646"/>
                </a:lnTo>
                <a:lnTo>
                  <a:pt x="207829" y="499087"/>
                </a:lnTo>
                <a:lnTo>
                  <a:pt x="261664" y="512309"/>
                </a:lnTo>
                <a:lnTo>
                  <a:pt x="322767" y="522061"/>
                </a:lnTo>
                <a:lnTo>
                  <a:pt x="391442" y="528094"/>
                </a:lnTo>
                <a:lnTo>
                  <a:pt x="467995" y="530161"/>
                </a:lnTo>
                <a:lnTo>
                  <a:pt x="4307001" y="530161"/>
                </a:lnTo>
                <a:lnTo>
                  <a:pt x="4383554" y="528094"/>
                </a:lnTo>
                <a:lnTo>
                  <a:pt x="4452229" y="522061"/>
                </a:lnTo>
                <a:lnTo>
                  <a:pt x="4513332" y="512309"/>
                </a:lnTo>
                <a:lnTo>
                  <a:pt x="4567167" y="499087"/>
                </a:lnTo>
                <a:lnTo>
                  <a:pt x="4614040" y="482646"/>
                </a:lnTo>
                <a:lnTo>
                  <a:pt x="4654256" y="463234"/>
                </a:lnTo>
                <a:lnTo>
                  <a:pt x="4688120" y="441099"/>
                </a:lnTo>
                <a:lnTo>
                  <a:pt x="4738012" y="389660"/>
                </a:lnTo>
                <a:lnTo>
                  <a:pt x="4766157" y="330321"/>
                </a:lnTo>
                <a:lnTo>
                  <a:pt x="4774996" y="265074"/>
                </a:lnTo>
                <a:lnTo>
                  <a:pt x="4772837" y="231839"/>
                </a:lnTo>
                <a:lnTo>
                  <a:pt x="4754650" y="169301"/>
                </a:lnTo>
                <a:lnTo>
                  <a:pt x="4715937" y="113666"/>
                </a:lnTo>
                <a:lnTo>
                  <a:pt x="4654256" y="66926"/>
                </a:lnTo>
                <a:lnTo>
                  <a:pt x="4614040" y="47514"/>
                </a:lnTo>
                <a:lnTo>
                  <a:pt x="4567167" y="31073"/>
                </a:lnTo>
                <a:lnTo>
                  <a:pt x="4513332" y="17852"/>
                </a:lnTo>
                <a:lnTo>
                  <a:pt x="4452229" y="8100"/>
                </a:lnTo>
                <a:lnTo>
                  <a:pt x="4383554" y="2066"/>
                </a:lnTo>
                <a:lnTo>
                  <a:pt x="4307001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19634" y="1036839"/>
            <a:ext cx="44481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Eventura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85" b="1">
                <a:solidFill>
                  <a:srgbClr val="3F2BFF"/>
                </a:solidFill>
                <a:latin typeface="Trebuchet MS"/>
                <a:cs typeface="Trebuchet MS"/>
              </a:rPr>
              <a:t>Platform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Overview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70" b="1">
                <a:solidFill>
                  <a:srgbClr val="3F2BFF"/>
                </a:solidFill>
                <a:latin typeface="Trebuchet MS"/>
                <a:cs typeface="Trebuchet MS"/>
              </a:rPr>
              <a:t>and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Workflow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932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350" spc="-215" b="0">
                <a:latin typeface="Lucida Sans Unicode"/>
                <a:cs typeface="Lucida Sans Unicode"/>
              </a:rPr>
              <a:t>END-</a:t>
            </a:r>
            <a:r>
              <a:rPr dirty="0" sz="6350" spc="-220" b="0">
                <a:latin typeface="Lucida Sans Unicode"/>
                <a:cs typeface="Lucida Sans Unicode"/>
              </a:rPr>
              <a:t>TO-END</a:t>
            </a:r>
            <a:r>
              <a:rPr dirty="0" sz="6350" spc="-229" b="0">
                <a:latin typeface="Lucida Sans Unicode"/>
                <a:cs typeface="Lucida Sans Unicode"/>
              </a:rPr>
              <a:t> </a:t>
            </a:r>
            <a:r>
              <a:rPr dirty="0" sz="6350" spc="-10" b="0">
                <a:latin typeface="Lucida Sans Unicode"/>
                <a:cs typeface="Lucida Sans Unicode"/>
              </a:rPr>
              <a:t>WORKFLOW</a:t>
            </a:r>
            <a:endParaRPr sz="63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448" y="3619535"/>
            <a:ext cx="6964045" cy="53644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50" spc="85">
                <a:solidFill>
                  <a:srgbClr val="2F2D2E"/>
                </a:solidFill>
                <a:latin typeface="Lucida Sans Unicode"/>
                <a:cs typeface="Lucida Sans Unicode"/>
              </a:rPr>
              <a:t>Setup</a:t>
            </a:r>
            <a:r>
              <a:rPr dirty="0" sz="225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160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2250" spc="-10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100">
                <a:solidFill>
                  <a:srgbClr val="2F2D2E"/>
                </a:solidFill>
                <a:latin typeface="Lucida Sans Unicode"/>
                <a:cs typeface="Lucida Sans Unicode"/>
              </a:rPr>
              <a:t>governance</a:t>
            </a:r>
            <a:endParaRPr sz="2250">
              <a:latin typeface="Lucida Sans Unicode"/>
              <a:cs typeface="Lucida Sans Unicode"/>
            </a:endParaRPr>
          </a:p>
          <a:p>
            <a:pPr marL="194310" indent="-181610">
              <a:lnSpc>
                <a:spcPct val="100000"/>
              </a:lnSpc>
              <a:spcBef>
                <a:spcPts val="1614"/>
              </a:spcBef>
              <a:buFont typeface="Times New Roman"/>
              <a:buChar char="•"/>
              <a:tabLst>
                <a:tab pos="194310" algn="l"/>
              </a:tabLst>
            </a:pPr>
            <a:r>
              <a:rPr dirty="0" sz="1650" spc="55">
                <a:solidFill>
                  <a:srgbClr val="2F2D2E"/>
                </a:solidFill>
                <a:latin typeface="Lucida Sans Unicode"/>
                <a:cs typeface="Lucida Sans Unicode"/>
              </a:rPr>
              <a:t>College</a:t>
            </a:r>
            <a:r>
              <a:rPr dirty="0" sz="16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0">
                <a:solidFill>
                  <a:srgbClr val="2F2D2E"/>
                </a:solidFill>
                <a:latin typeface="Lucida Sans Unicode"/>
                <a:cs typeface="Lucida Sans Unicode"/>
              </a:rPr>
              <a:t>onboarding,</a:t>
            </a:r>
            <a:r>
              <a:rPr dirty="0" sz="16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5">
                <a:solidFill>
                  <a:srgbClr val="2F2D2E"/>
                </a:solidFill>
                <a:latin typeface="Lucida Sans Unicode"/>
                <a:cs typeface="Lucida Sans Unicode"/>
              </a:rPr>
              <a:t>clubs</a:t>
            </a:r>
            <a:r>
              <a:rPr dirty="0" sz="16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0">
                <a:solidFill>
                  <a:srgbClr val="2F2D2E"/>
                </a:solidFill>
                <a:latin typeface="Lucida Sans Unicode"/>
                <a:cs typeface="Lucida Sans Unicode"/>
              </a:rPr>
              <a:t>configured,</a:t>
            </a:r>
            <a:r>
              <a:rPr dirty="0" sz="16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0">
                <a:solidFill>
                  <a:srgbClr val="2F2D2E"/>
                </a:solidFill>
                <a:latin typeface="Lucida Sans Unicode"/>
                <a:cs typeface="Lucida Sans Unicode"/>
              </a:rPr>
              <a:t>coordinators </a:t>
            </a:r>
            <a:r>
              <a:rPr dirty="0" sz="1650" spc="65">
                <a:solidFill>
                  <a:srgbClr val="2F2D2E"/>
                </a:solidFill>
                <a:latin typeface="Lucida Sans Unicode"/>
                <a:cs typeface="Lucida Sans Unicode"/>
              </a:rPr>
              <a:t>assigned</a:t>
            </a:r>
            <a:endParaRPr sz="1650">
              <a:latin typeface="Lucida Sans Unicode"/>
              <a:cs typeface="Lucida Sans Unicode"/>
            </a:endParaRPr>
          </a:p>
          <a:p>
            <a:pPr marL="194310" indent="-181610">
              <a:lnSpc>
                <a:spcPct val="100000"/>
              </a:lnSpc>
              <a:spcBef>
                <a:spcPts val="465"/>
              </a:spcBef>
              <a:buFont typeface="Times New Roman"/>
              <a:buChar char="•"/>
              <a:tabLst>
                <a:tab pos="194310" algn="l"/>
              </a:tabLst>
            </a:pP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Organizer </a:t>
            </a:r>
            <a:r>
              <a:rPr dirty="0" sz="1650" spc="50">
                <a:solidFill>
                  <a:srgbClr val="2F2D2E"/>
                </a:solidFill>
                <a:latin typeface="Lucida Sans Unicode"/>
                <a:cs typeface="Lucida Sans Unicode"/>
              </a:rPr>
              <a:t>submits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 event;</a:t>
            </a:r>
            <a:r>
              <a:rPr dirty="0" sz="1650" spc="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0">
                <a:solidFill>
                  <a:srgbClr val="2F2D2E"/>
                </a:solidFill>
                <a:latin typeface="Lucida Sans Unicode"/>
                <a:cs typeface="Lucida Sans Unicode"/>
              </a:rPr>
              <a:t>Admin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0">
                <a:solidFill>
                  <a:srgbClr val="2F2D2E"/>
                </a:solidFill>
                <a:latin typeface="Lucida Sans Unicode"/>
                <a:cs typeface="Lucida Sans Unicode"/>
              </a:rPr>
              <a:t>approves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 or</a:t>
            </a:r>
            <a:r>
              <a:rPr dirty="0" sz="1650" spc="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0">
                <a:solidFill>
                  <a:srgbClr val="2F2D2E"/>
                </a:solidFill>
                <a:latin typeface="Lucida Sans Unicode"/>
                <a:cs typeface="Lucida Sans Unicode"/>
              </a:rPr>
              <a:t>requests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00">
                <a:solidFill>
                  <a:srgbClr val="2F2D2E"/>
                </a:solidFill>
                <a:latin typeface="Lucida Sans Unicode"/>
                <a:cs typeface="Lucida Sans Unicode"/>
              </a:rPr>
              <a:t>changes</a:t>
            </a:r>
            <a:endParaRPr sz="1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dirty="0" sz="2250" spc="65">
                <a:solidFill>
                  <a:srgbClr val="2F2D2E"/>
                </a:solidFill>
                <a:latin typeface="Lucida Sans Unicode"/>
                <a:cs typeface="Lucida Sans Unicode"/>
              </a:rPr>
              <a:t>Create,</a:t>
            </a:r>
            <a:r>
              <a:rPr dirty="0" sz="225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2F2D2E"/>
                </a:solidFill>
                <a:latin typeface="Lucida Sans Unicode"/>
                <a:cs typeface="Lucida Sans Unicode"/>
              </a:rPr>
              <a:t>publish,</a:t>
            </a:r>
            <a:r>
              <a:rPr dirty="0" sz="225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2F2D2E"/>
                </a:solidFill>
                <a:latin typeface="Lucida Sans Unicode"/>
                <a:cs typeface="Lucida Sans Unicode"/>
              </a:rPr>
              <a:t>register</a:t>
            </a:r>
            <a:endParaRPr sz="2250">
              <a:latin typeface="Lucida Sans Unicode"/>
              <a:cs typeface="Lucida Sans Unicode"/>
            </a:endParaRPr>
          </a:p>
          <a:p>
            <a:pPr marL="194310" indent="-181610">
              <a:lnSpc>
                <a:spcPct val="100000"/>
              </a:lnSpc>
              <a:spcBef>
                <a:spcPts val="1610"/>
              </a:spcBef>
              <a:buFont typeface="Times New Roman"/>
              <a:buChar char="•"/>
              <a:tabLst>
                <a:tab pos="194310" algn="l"/>
              </a:tabLst>
            </a:pP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1650" spc="1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details:</a:t>
            </a:r>
            <a:r>
              <a:rPr dirty="0" sz="1650" spc="1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schedule,</a:t>
            </a:r>
            <a:r>
              <a:rPr dirty="0" sz="1650" spc="1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venue,</a:t>
            </a:r>
            <a:r>
              <a:rPr dirty="0" sz="1650" spc="1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5">
                <a:solidFill>
                  <a:srgbClr val="2F2D2E"/>
                </a:solidFill>
                <a:latin typeface="Lucida Sans Unicode"/>
                <a:cs typeface="Lucida Sans Unicode"/>
              </a:rPr>
              <a:t>capacity,</a:t>
            </a:r>
            <a:r>
              <a:rPr dirty="0" sz="1650" spc="1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volunteers,</a:t>
            </a:r>
            <a:r>
              <a:rPr dirty="0" sz="1650" spc="1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65">
                <a:solidFill>
                  <a:srgbClr val="2F2D2E"/>
                </a:solidFill>
                <a:latin typeface="Lucida Sans Unicode"/>
                <a:cs typeface="Lucida Sans Unicode"/>
              </a:rPr>
              <a:t>budget</a:t>
            </a:r>
            <a:endParaRPr sz="1650">
              <a:latin typeface="Lucida Sans Unicode"/>
              <a:cs typeface="Lucida Sans Unicode"/>
            </a:endParaRPr>
          </a:p>
          <a:p>
            <a:pPr marL="194310" indent="-181610">
              <a:lnSpc>
                <a:spcPct val="100000"/>
              </a:lnSpc>
              <a:spcBef>
                <a:spcPts val="470"/>
              </a:spcBef>
              <a:buFont typeface="Times New Roman"/>
              <a:buChar char="•"/>
              <a:tabLst>
                <a:tab pos="194310" algn="l"/>
              </a:tabLst>
            </a:pP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Public</a:t>
            </a:r>
            <a:r>
              <a:rPr dirty="0" sz="16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35">
                <a:solidFill>
                  <a:srgbClr val="2F2D2E"/>
                </a:solidFill>
                <a:latin typeface="Lucida Sans Unicode"/>
                <a:cs typeface="Lucida Sans Unicode"/>
              </a:rPr>
              <a:t>page</a:t>
            </a:r>
            <a:r>
              <a:rPr dirty="0" sz="16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5">
                <a:solidFill>
                  <a:srgbClr val="2F2D2E"/>
                </a:solidFill>
                <a:latin typeface="Lucida Sans Unicode"/>
                <a:cs typeface="Lucida Sans Unicode"/>
              </a:rPr>
              <a:t>goes</a:t>
            </a:r>
            <a:r>
              <a:rPr dirty="0" sz="16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live;</a:t>
            </a:r>
            <a:r>
              <a:rPr dirty="0" sz="16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0">
                <a:solidFill>
                  <a:srgbClr val="2F2D2E"/>
                </a:solidFill>
                <a:latin typeface="Lucida Sans Unicode"/>
                <a:cs typeface="Lucida Sans Unicode"/>
              </a:rPr>
              <a:t>students</a:t>
            </a:r>
            <a:r>
              <a:rPr dirty="0" sz="16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register;</a:t>
            </a:r>
            <a:r>
              <a:rPr dirty="0" sz="16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20" b="1">
                <a:solidFill>
                  <a:srgbClr val="5B4DFF"/>
                </a:solidFill>
                <a:latin typeface="Trebuchet MS"/>
                <a:cs typeface="Trebuchet MS"/>
              </a:rPr>
              <a:t>QR</a:t>
            </a:r>
            <a:r>
              <a:rPr dirty="0" sz="1650" spc="-100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650" spc="220" b="1">
                <a:solidFill>
                  <a:srgbClr val="5B4DFF"/>
                </a:solidFill>
                <a:latin typeface="Trebuchet MS"/>
                <a:cs typeface="Trebuchet MS"/>
              </a:rPr>
              <a:t>pass</a:t>
            </a:r>
            <a:r>
              <a:rPr dirty="0" sz="1650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2F2D2E"/>
                </a:solidFill>
                <a:latin typeface="Lucida Sans Unicode"/>
                <a:cs typeface="Lucida Sans Unicode"/>
              </a:rPr>
              <a:t>issued</a:t>
            </a:r>
            <a:endParaRPr sz="1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345"/>
              </a:spcBef>
            </a:pPr>
            <a:r>
              <a:rPr dirty="0" sz="2250">
                <a:solidFill>
                  <a:srgbClr val="2F2D2E"/>
                </a:solidFill>
                <a:latin typeface="Lucida Sans Unicode"/>
                <a:cs typeface="Lucida Sans Unicode"/>
              </a:rPr>
              <a:t>Run</a:t>
            </a:r>
            <a:r>
              <a:rPr dirty="0" sz="22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55">
                <a:solidFill>
                  <a:srgbClr val="2F2D2E"/>
                </a:solidFill>
                <a:latin typeface="Lucida Sans Unicode"/>
                <a:cs typeface="Lucida Sans Unicode"/>
              </a:rPr>
              <a:t>operations</a:t>
            </a:r>
            <a:r>
              <a:rPr dirty="0" sz="22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55">
                <a:solidFill>
                  <a:srgbClr val="2F2D2E"/>
                </a:solidFill>
                <a:latin typeface="Lucida Sans Unicode"/>
                <a:cs typeface="Lucida Sans Unicode"/>
              </a:rPr>
              <a:t>on</a:t>
            </a:r>
            <a:r>
              <a:rPr dirty="0" sz="22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90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22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150">
                <a:solidFill>
                  <a:srgbClr val="2F2D2E"/>
                </a:solidFill>
                <a:latin typeface="Lucida Sans Unicode"/>
                <a:cs typeface="Lucida Sans Unicode"/>
              </a:rPr>
              <a:t>day</a:t>
            </a:r>
            <a:endParaRPr sz="2250">
              <a:latin typeface="Lucida Sans Unicode"/>
              <a:cs typeface="Lucida Sans Unicode"/>
            </a:endParaRPr>
          </a:p>
          <a:p>
            <a:pPr marL="194310" indent="-181610">
              <a:lnSpc>
                <a:spcPct val="100000"/>
              </a:lnSpc>
              <a:spcBef>
                <a:spcPts val="1615"/>
              </a:spcBef>
              <a:buFont typeface="Times New Roman"/>
              <a:buChar char="•"/>
              <a:tabLst>
                <a:tab pos="194310" algn="l"/>
              </a:tabLst>
            </a:pP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Volunteers</a:t>
            </a:r>
            <a:r>
              <a:rPr dirty="0" sz="1650" spc="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5">
                <a:solidFill>
                  <a:srgbClr val="2F2D2E"/>
                </a:solidFill>
                <a:latin typeface="Lucida Sans Unicode"/>
                <a:cs typeface="Lucida Sans Unicode"/>
              </a:rPr>
              <a:t>assigned</a:t>
            </a:r>
            <a:r>
              <a:rPr dirty="0" sz="16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roles;</a:t>
            </a:r>
            <a:r>
              <a:rPr dirty="0" sz="16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tasks</a:t>
            </a:r>
            <a:r>
              <a:rPr dirty="0" sz="16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65">
                <a:solidFill>
                  <a:srgbClr val="2F2D2E"/>
                </a:solidFill>
                <a:latin typeface="Lucida Sans Unicode"/>
                <a:cs typeface="Lucida Sans Unicode"/>
              </a:rPr>
              <a:t>tracked</a:t>
            </a:r>
            <a:r>
              <a:rPr dirty="0" sz="16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95">
                <a:solidFill>
                  <a:srgbClr val="2F2D2E"/>
                </a:solidFill>
                <a:latin typeface="Lucida Sans Unicode"/>
                <a:cs typeface="Lucida Sans Unicode"/>
              </a:rPr>
              <a:t>by</a:t>
            </a:r>
            <a:r>
              <a:rPr dirty="0" sz="16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60">
                <a:solidFill>
                  <a:srgbClr val="2F2D2E"/>
                </a:solidFill>
                <a:latin typeface="Lucida Sans Unicode"/>
                <a:cs typeface="Lucida Sans Unicode"/>
              </a:rPr>
              <a:t>time</a:t>
            </a:r>
            <a:r>
              <a:rPr dirty="0" sz="16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4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5">
                <a:solidFill>
                  <a:srgbClr val="2F2D2E"/>
                </a:solidFill>
                <a:latin typeface="Lucida Sans Unicode"/>
                <a:cs typeface="Lucida Sans Unicode"/>
              </a:rPr>
              <a:t>location</a:t>
            </a:r>
            <a:endParaRPr sz="1650">
              <a:latin typeface="Lucida Sans Unicode"/>
              <a:cs typeface="Lucida Sans Unicode"/>
            </a:endParaRPr>
          </a:p>
          <a:p>
            <a:pPr marL="194310" indent="-181610">
              <a:lnSpc>
                <a:spcPct val="100000"/>
              </a:lnSpc>
              <a:spcBef>
                <a:spcPts val="465"/>
              </a:spcBef>
              <a:buFont typeface="Times New Roman"/>
              <a:buChar char="•"/>
              <a:tabLst>
                <a:tab pos="194310" algn="l"/>
              </a:tabLst>
            </a:pPr>
            <a:r>
              <a:rPr dirty="0" sz="1650" spc="120" b="1">
                <a:solidFill>
                  <a:srgbClr val="5B4DFF"/>
                </a:solidFill>
                <a:latin typeface="Trebuchet MS"/>
                <a:cs typeface="Trebuchet MS"/>
              </a:rPr>
              <a:t>QR</a:t>
            </a:r>
            <a:r>
              <a:rPr dirty="0" sz="1650" spc="-114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650" spc="135" b="1">
                <a:solidFill>
                  <a:srgbClr val="5B4DFF"/>
                </a:solidFill>
                <a:latin typeface="Trebuchet MS"/>
                <a:cs typeface="Trebuchet MS"/>
              </a:rPr>
              <a:t>attendance</a:t>
            </a:r>
            <a:r>
              <a:rPr dirty="0" sz="1650" spc="-15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650" spc="114">
                <a:solidFill>
                  <a:srgbClr val="2F2D2E"/>
                </a:solidFill>
                <a:latin typeface="Lucida Sans Unicode"/>
                <a:cs typeface="Lucida Sans Unicode"/>
              </a:rPr>
              <a:t>scan</a:t>
            </a:r>
            <a:r>
              <a:rPr dirty="0" sz="16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0">
                <a:solidFill>
                  <a:srgbClr val="2F2D2E"/>
                </a:solidFill>
                <a:latin typeface="Lucida Sans Unicode"/>
                <a:cs typeface="Lucida Sans Unicode"/>
              </a:rPr>
              <a:t>validates</a:t>
            </a:r>
            <a:r>
              <a:rPr dirty="0" sz="16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entry;</a:t>
            </a:r>
            <a:r>
              <a:rPr dirty="0" sz="16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65">
                <a:solidFill>
                  <a:srgbClr val="2F2D2E"/>
                </a:solidFill>
                <a:latin typeface="Lucida Sans Unicode"/>
                <a:cs typeface="Lucida Sans Unicode"/>
              </a:rPr>
              <a:t>duplicates</a:t>
            </a:r>
            <a:r>
              <a:rPr dirty="0" sz="16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0">
                <a:solidFill>
                  <a:srgbClr val="2F2D2E"/>
                </a:solidFill>
                <a:latin typeface="Lucida Sans Unicode"/>
                <a:cs typeface="Lucida Sans Unicode"/>
              </a:rPr>
              <a:t>rejected</a:t>
            </a:r>
            <a:endParaRPr sz="1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345"/>
              </a:spcBef>
            </a:pPr>
            <a:r>
              <a:rPr dirty="0" sz="2250" spc="70">
                <a:solidFill>
                  <a:srgbClr val="2F2D2E"/>
                </a:solidFill>
                <a:latin typeface="Lucida Sans Unicode"/>
                <a:cs typeface="Lucida Sans Unicode"/>
              </a:rPr>
              <a:t>Close</a:t>
            </a:r>
            <a:r>
              <a:rPr dirty="0" sz="22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65">
                <a:solidFill>
                  <a:srgbClr val="2F2D2E"/>
                </a:solidFill>
                <a:latin typeface="Lucida Sans Unicode"/>
                <a:cs typeface="Lucida Sans Unicode"/>
              </a:rPr>
              <a:t>the</a:t>
            </a:r>
            <a:r>
              <a:rPr dirty="0" sz="22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2F2D2E"/>
                </a:solidFill>
                <a:latin typeface="Lucida Sans Unicode"/>
                <a:cs typeface="Lucida Sans Unicode"/>
              </a:rPr>
              <a:t>loop</a:t>
            </a:r>
            <a:r>
              <a:rPr dirty="0" sz="22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90">
                <a:solidFill>
                  <a:srgbClr val="2F2D2E"/>
                </a:solidFill>
                <a:latin typeface="Lucida Sans Unicode"/>
                <a:cs typeface="Lucida Sans Unicode"/>
              </a:rPr>
              <a:t>automatically</a:t>
            </a:r>
            <a:endParaRPr sz="2250">
              <a:latin typeface="Lucida Sans Unicode"/>
              <a:cs typeface="Lucida Sans Unicode"/>
            </a:endParaRPr>
          </a:p>
          <a:p>
            <a:pPr marL="194310" indent="-181610">
              <a:lnSpc>
                <a:spcPct val="100000"/>
              </a:lnSpc>
              <a:spcBef>
                <a:spcPts val="1614"/>
              </a:spcBef>
              <a:buFont typeface="Times New Roman"/>
              <a:buChar char="•"/>
              <a:tabLst>
                <a:tab pos="194310" algn="l"/>
              </a:tabLst>
            </a:pPr>
            <a:r>
              <a:rPr dirty="0" sz="1650" spc="80">
                <a:solidFill>
                  <a:srgbClr val="2F2D2E"/>
                </a:solidFill>
                <a:latin typeface="Lucida Sans Unicode"/>
                <a:cs typeface="Lucida Sans Unicode"/>
              </a:rPr>
              <a:t>Feedback</a:t>
            </a:r>
            <a:r>
              <a:rPr dirty="0" sz="16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0">
                <a:solidFill>
                  <a:srgbClr val="2F2D2E"/>
                </a:solidFill>
                <a:latin typeface="Lucida Sans Unicode"/>
                <a:cs typeface="Lucida Sans Unicode"/>
              </a:rPr>
              <a:t>collected;</a:t>
            </a:r>
            <a:r>
              <a:rPr dirty="0" sz="16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5">
                <a:solidFill>
                  <a:srgbClr val="2F2D2E"/>
                </a:solidFill>
                <a:latin typeface="Lucida Sans Unicode"/>
                <a:cs typeface="Lucida Sans Unicode"/>
              </a:rPr>
              <a:t>analytics</a:t>
            </a:r>
            <a:r>
              <a:rPr dirty="0" sz="165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65">
                <a:solidFill>
                  <a:srgbClr val="2F2D2E"/>
                </a:solidFill>
                <a:latin typeface="Lucida Sans Unicode"/>
                <a:cs typeface="Lucida Sans Unicode"/>
              </a:rPr>
              <a:t>generated;</a:t>
            </a:r>
            <a:r>
              <a:rPr dirty="0" sz="16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eligibility</a:t>
            </a:r>
            <a:r>
              <a:rPr dirty="0" sz="16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2F2D2E"/>
                </a:solidFill>
                <a:latin typeface="Lucida Sans Unicode"/>
                <a:cs typeface="Lucida Sans Unicode"/>
              </a:rPr>
              <a:t>verified</a:t>
            </a:r>
            <a:endParaRPr sz="1650">
              <a:latin typeface="Lucida Sans Unicode"/>
              <a:cs typeface="Lucida Sans Unicode"/>
            </a:endParaRPr>
          </a:p>
          <a:p>
            <a:pPr marL="194310" indent="-181610">
              <a:lnSpc>
                <a:spcPct val="100000"/>
              </a:lnSpc>
              <a:spcBef>
                <a:spcPts val="465"/>
              </a:spcBef>
              <a:buFont typeface="Times New Roman"/>
              <a:buChar char="•"/>
              <a:tabLst>
                <a:tab pos="194310" algn="l"/>
              </a:tabLst>
            </a:pPr>
            <a:r>
              <a:rPr dirty="0" sz="1650" spc="50">
                <a:solidFill>
                  <a:srgbClr val="2F2D2E"/>
                </a:solidFill>
                <a:latin typeface="Lucida Sans Unicode"/>
                <a:cs typeface="Lucida Sans Unicode"/>
              </a:rPr>
              <a:t>Certificates</a:t>
            </a:r>
            <a:r>
              <a:rPr dirty="0" sz="16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65">
                <a:solidFill>
                  <a:srgbClr val="2F2D2E"/>
                </a:solidFill>
                <a:latin typeface="Lucida Sans Unicode"/>
                <a:cs typeface="Lucida Sans Unicode"/>
              </a:rPr>
              <a:t>generated;</a:t>
            </a:r>
            <a:r>
              <a:rPr dirty="0" sz="1650" spc="-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final</a:t>
            </a:r>
            <a:r>
              <a:rPr dirty="0" sz="1650" spc="-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2F2D2E"/>
                </a:solidFill>
                <a:latin typeface="Lucida Sans Unicode"/>
                <a:cs typeface="Lucida Sans Unicode"/>
              </a:rPr>
              <a:t>report</a:t>
            </a:r>
            <a:r>
              <a:rPr dirty="0" sz="16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90">
                <a:solidFill>
                  <a:srgbClr val="2F2D2E"/>
                </a:solidFill>
                <a:latin typeface="Lucida Sans Unicode"/>
                <a:cs typeface="Lucida Sans Unicode"/>
              </a:rPr>
              <a:t>updates</a:t>
            </a:r>
            <a:r>
              <a:rPr dirty="0" sz="1650" spc="-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65">
                <a:solidFill>
                  <a:srgbClr val="2F2D2E"/>
                </a:solidFill>
                <a:latin typeface="Lucida Sans Unicode"/>
                <a:cs typeface="Lucida Sans Unicode"/>
              </a:rPr>
              <a:t>college</a:t>
            </a:r>
            <a:r>
              <a:rPr dirty="0" sz="1650" spc="-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65">
                <a:solidFill>
                  <a:srgbClr val="2F2D2E"/>
                </a:solidFill>
                <a:latin typeface="Lucida Sans Unicode"/>
                <a:cs typeface="Lucida Sans Unicode"/>
              </a:rPr>
              <a:t>analytics</a:t>
            </a:r>
            <a:endParaRPr sz="165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7798" y="3675926"/>
            <a:ext cx="7754138" cy="58156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5343" y="910122"/>
            <a:ext cx="534035" cy="534035"/>
          </a:xfrm>
          <a:custGeom>
            <a:avLst/>
            <a:gdLst/>
            <a:ahLst/>
            <a:cxnLst/>
            <a:rect l="l" t="t" r="r" b="b"/>
            <a:pathLst>
              <a:path w="534035" h="534035">
                <a:moveTo>
                  <a:pt x="266915" y="0"/>
                </a:moveTo>
                <a:lnTo>
                  <a:pt x="218938" y="4300"/>
                </a:lnTo>
                <a:lnTo>
                  <a:pt x="173782" y="16699"/>
                </a:lnTo>
                <a:lnTo>
                  <a:pt x="132200" y="36442"/>
                </a:lnTo>
                <a:lnTo>
                  <a:pt x="94947" y="62776"/>
                </a:lnTo>
                <a:lnTo>
                  <a:pt x="62776" y="94947"/>
                </a:lnTo>
                <a:lnTo>
                  <a:pt x="36442" y="132200"/>
                </a:lnTo>
                <a:lnTo>
                  <a:pt x="16699" y="173782"/>
                </a:lnTo>
                <a:lnTo>
                  <a:pt x="4300" y="218938"/>
                </a:lnTo>
                <a:lnTo>
                  <a:pt x="0" y="266915"/>
                </a:lnTo>
                <a:lnTo>
                  <a:pt x="4300" y="314889"/>
                </a:lnTo>
                <a:lnTo>
                  <a:pt x="16699" y="360044"/>
                </a:lnTo>
                <a:lnTo>
                  <a:pt x="36442" y="401625"/>
                </a:lnTo>
                <a:lnTo>
                  <a:pt x="62776" y="438879"/>
                </a:lnTo>
                <a:lnTo>
                  <a:pt x="94947" y="471050"/>
                </a:lnTo>
                <a:lnTo>
                  <a:pt x="132200" y="497386"/>
                </a:lnTo>
                <a:lnTo>
                  <a:pt x="173782" y="517130"/>
                </a:lnTo>
                <a:lnTo>
                  <a:pt x="218938" y="529530"/>
                </a:lnTo>
                <a:lnTo>
                  <a:pt x="266915" y="533831"/>
                </a:lnTo>
                <a:lnTo>
                  <a:pt x="314893" y="529530"/>
                </a:lnTo>
                <a:lnTo>
                  <a:pt x="360049" y="517130"/>
                </a:lnTo>
                <a:lnTo>
                  <a:pt x="401631" y="497386"/>
                </a:lnTo>
                <a:lnTo>
                  <a:pt x="438884" y="471050"/>
                </a:lnTo>
                <a:lnTo>
                  <a:pt x="471054" y="438879"/>
                </a:lnTo>
                <a:lnTo>
                  <a:pt x="497388" y="401625"/>
                </a:lnTo>
                <a:lnTo>
                  <a:pt x="517132" y="360044"/>
                </a:lnTo>
                <a:lnTo>
                  <a:pt x="529531" y="314889"/>
                </a:lnTo>
                <a:lnTo>
                  <a:pt x="533831" y="266915"/>
                </a:lnTo>
                <a:lnTo>
                  <a:pt x="529531" y="218938"/>
                </a:lnTo>
                <a:lnTo>
                  <a:pt x="517132" y="173782"/>
                </a:lnTo>
                <a:lnTo>
                  <a:pt x="497388" y="132200"/>
                </a:lnTo>
                <a:lnTo>
                  <a:pt x="471054" y="94947"/>
                </a:lnTo>
                <a:lnTo>
                  <a:pt x="438884" y="62776"/>
                </a:lnTo>
                <a:lnTo>
                  <a:pt x="401631" y="36442"/>
                </a:lnTo>
                <a:lnTo>
                  <a:pt x="360049" y="16699"/>
                </a:lnTo>
                <a:lnTo>
                  <a:pt x="314893" y="4300"/>
                </a:lnTo>
                <a:lnTo>
                  <a:pt x="266915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36835" y="1036839"/>
            <a:ext cx="2667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3F2BFF"/>
                </a:solidFill>
                <a:latin typeface="Trebuchet MS"/>
                <a:cs typeface="Trebuchet MS"/>
              </a:rPr>
              <a:t>07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2093" y="907096"/>
            <a:ext cx="4775200" cy="530225"/>
          </a:xfrm>
          <a:custGeom>
            <a:avLst/>
            <a:gdLst/>
            <a:ahLst/>
            <a:cxnLst/>
            <a:rect l="l" t="t" r="r" b="b"/>
            <a:pathLst>
              <a:path w="4775200" h="530225">
                <a:moveTo>
                  <a:pt x="4307001" y="0"/>
                </a:moveTo>
                <a:lnTo>
                  <a:pt x="467995" y="0"/>
                </a:lnTo>
                <a:lnTo>
                  <a:pt x="391442" y="2066"/>
                </a:lnTo>
                <a:lnTo>
                  <a:pt x="322767" y="8100"/>
                </a:lnTo>
                <a:lnTo>
                  <a:pt x="261664" y="17852"/>
                </a:lnTo>
                <a:lnTo>
                  <a:pt x="207829" y="31073"/>
                </a:lnTo>
                <a:lnTo>
                  <a:pt x="160956" y="47514"/>
                </a:lnTo>
                <a:lnTo>
                  <a:pt x="120740" y="66926"/>
                </a:lnTo>
                <a:lnTo>
                  <a:pt x="86876" y="89059"/>
                </a:lnTo>
                <a:lnTo>
                  <a:pt x="36984" y="140496"/>
                </a:lnTo>
                <a:lnTo>
                  <a:pt x="8839" y="199832"/>
                </a:lnTo>
                <a:lnTo>
                  <a:pt x="0" y="265074"/>
                </a:lnTo>
                <a:lnTo>
                  <a:pt x="2158" y="298311"/>
                </a:lnTo>
                <a:lnTo>
                  <a:pt x="20346" y="360853"/>
                </a:lnTo>
                <a:lnTo>
                  <a:pt x="59059" y="416491"/>
                </a:lnTo>
                <a:lnTo>
                  <a:pt x="120740" y="463234"/>
                </a:lnTo>
                <a:lnTo>
                  <a:pt x="160956" y="482646"/>
                </a:lnTo>
                <a:lnTo>
                  <a:pt x="207829" y="499087"/>
                </a:lnTo>
                <a:lnTo>
                  <a:pt x="261664" y="512309"/>
                </a:lnTo>
                <a:lnTo>
                  <a:pt x="322767" y="522061"/>
                </a:lnTo>
                <a:lnTo>
                  <a:pt x="391442" y="528094"/>
                </a:lnTo>
                <a:lnTo>
                  <a:pt x="467995" y="530161"/>
                </a:lnTo>
                <a:lnTo>
                  <a:pt x="4307001" y="530161"/>
                </a:lnTo>
                <a:lnTo>
                  <a:pt x="4383554" y="528094"/>
                </a:lnTo>
                <a:lnTo>
                  <a:pt x="4452229" y="522061"/>
                </a:lnTo>
                <a:lnTo>
                  <a:pt x="4513332" y="512309"/>
                </a:lnTo>
                <a:lnTo>
                  <a:pt x="4567167" y="499087"/>
                </a:lnTo>
                <a:lnTo>
                  <a:pt x="4614040" y="482646"/>
                </a:lnTo>
                <a:lnTo>
                  <a:pt x="4654256" y="463234"/>
                </a:lnTo>
                <a:lnTo>
                  <a:pt x="4688120" y="441099"/>
                </a:lnTo>
                <a:lnTo>
                  <a:pt x="4738012" y="389660"/>
                </a:lnTo>
                <a:lnTo>
                  <a:pt x="4766157" y="330321"/>
                </a:lnTo>
                <a:lnTo>
                  <a:pt x="4774996" y="265074"/>
                </a:lnTo>
                <a:lnTo>
                  <a:pt x="4772837" y="231839"/>
                </a:lnTo>
                <a:lnTo>
                  <a:pt x="4754650" y="169301"/>
                </a:lnTo>
                <a:lnTo>
                  <a:pt x="4715937" y="113666"/>
                </a:lnTo>
                <a:lnTo>
                  <a:pt x="4654256" y="66926"/>
                </a:lnTo>
                <a:lnTo>
                  <a:pt x="4614040" y="47514"/>
                </a:lnTo>
                <a:lnTo>
                  <a:pt x="4567167" y="31073"/>
                </a:lnTo>
                <a:lnTo>
                  <a:pt x="4513332" y="17852"/>
                </a:lnTo>
                <a:lnTo>
                  <a:pt x="4452229" y="8100"/>
                </a:lnTo>
                <a:lnTo>
                  <a:pt x="4383554" y="2066"/>
                </a:lnTo>
                <a:lnTo>
                  <a:pt x="4307001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19671" y="1036839"/>
            <a:ext cx="44481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Eventura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85" b="1">
                <a:solidFill>
                  <a:srgbClr val="3F2BFF"/>
                </a:solidFill>
                <a:latin typeface="Trebuchet MS"/>
                <a:cs typeface="Trebuchet MS"/>
              </a:rPr>
              <a:t>Platform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Overview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70" b="1">
                <a:solidFill>
                  <a:srgbClr val="3F2BFF"/>
                </a:solidFill>
                <a:latin typeface="Trebuchet MS"/>
                <a:cs typeface="Trebuchet MS"/>
              </a:rPr>
              <a:t>and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Workflow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125" b="0">
                <a:latin typeface="Lucida Sans Unicode"/>
                <a:cs typeface="Lucida Sans Unicode"/>
              </a:rPr>
              <a:t>ROLE-</a:t>
            </a:r>
            <a:r>
              <a:rPr dirty="0" sz="6400" spc="-105" b="0">
                <a:latin typeface="Lucida Sans Unicode"/>
                <a:cs typeface="Lucida Sans Unicode"/>
              </a:rPr>
              <a:t>BASED</a:t>
            </a:r>
            <a:r>
              <a:rPr dirty="0" sz="6400" spc="-355" b="0">
                <a:latin typeface="Lucida Sans Unicode"/>
                <a:cs typeface="Lucida Sans Unicode"/>
              </a:rPr>
              <a:t> </a:t>
            </a:r>
            <a:r>
              <a:rPr dirty="0" sz="6400" spc="-25" b="0">
                <a:latin typeface="Lucida Sans Unicode"/>
                <a:cs typeface="Lucida Sans Unicode"/>
              </a:rPr>
              <a:t>DASHBOARDS</a:t>
            </a:r>
            <a:endParaRPr sz="6400">
              <a:latin typeface="Lucida Sans Unicode"/>
              <a:cs typeface="Lucida Sans Unicod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01908" y="3380276"/>
            <a:ext cx="815975" cy="802640"/>
            <a:chOff x="901908" y="3380276"/>
            <a:chExt cx="815975" cy="802640"/>
          </a:xfrm>
        </p:grpSpPr>
        <p:sp>
          <p:nvSpPr>
            <p:cNvPr id="30" name="object 30"/>
            <p:cNvSpPr/>
            <p:nvPr/>
          </p:nvSpPr>
          <p:spPr>
            <a:xfrm>
              <a:off x="901903" y="3380282"/>
              <a:ext cx="815975" cy="802640"/>
            </a:xfrm>
            <a:custGeom>
              <a:avLst/>
              <a:gdLst/>
              <a:ahLst/>
              <a:cxnLst/>
              <a:rect l="l" t="t" r="r" b="b"/>
              <a:pathLst>
                <a:path w="815975" h="802639">
                  <a:moveTo>
                    <a:pt x="650074" y="294106"/>
                  </a:moveTo>
                  <a:lnTo>
                    <a:pt x="516382" y="294106"/>
                  </a:lnTo>
                  <a:lnTo>
                    <a:pt x="516382" y="320840"/>
                  </a:lnTo>
                  <a:lnTo>
                    <a:pt x="650074" y="320840"/>
                  </a:lnTo>
                  <a:lnTo>
                    <a:pt x="650074" y="294106"/>
                  </a:lnTo>
                  <a:close/>
                </a:path>
                <a:path w="815975" h="802639">
                  <a:moveTo>
                    <a:pt x="650074" y="240639"/>
                  </a:moveTo>
                  <a:lnTo>
                    <a:pt x="516382" y="240639"/>
                  </a:lnTo>
                  <a:lnTo>
                    <a:pt x="516382" y="267373"/>
                  </a:lnTo>
                  <a:lnTo>
                    <a:pt x="650074" y="267373"/>
                  </a:lnTo>
                  <a:lnTo>
                    <a:pt x="650074" y="240639"/>
                  </a:lnTo>
                  <a:close/>
                </a:path>
                <a:path w="815975" h="802639">
                  <a:moveTo>
                    <a:pt x="650074" y="187159"/>
                  </a:moveTo>
                  <a:lnTo>
                    <a:pt x="516382" y="187159"/>
                  </a:lnTo>
                  <a:lnTo>
                    <a:pt x="516382" y="213893"/>
                  </a:lnTo>
                  <a:lnTo>
                    <a:pt x="650074" y="213893"/>
                  </a:lnTo>
                  <a:lnTo>
                    <a:pt x="650074" y="187159"/>
                  </a:lnTo>
                  <a:close/>
                </a:path>
                <a:path w="815975" h="802639">
                  <a:moveTo>
                    <a:pt x="703541" y="160426"/>
                  </a:moveTo>
                  <a:lnTo>
                    <a:pt x="676808" y="160426"/>
                  </a:lnTo>
                  <a:lnTo>
                    <a:pt x="676808" y="187159"/>
                  </a:lnTo>
                  <a:lnTo>
                    <a:pt x="703541" y="187159"/>
                  </a:lnTo>
                  <a:lnTo>
                    <a:pt x="703541" y="160426"/>
                  </a:lnTo>
                  <a:close/>
                </a:path>
                <a:path w="815975" h="802639">
                  <a:moveTo>
                    <a:pt x="756996" y="160426"/>
                  </a:moveTo>
                  <a:lnTo>
                    <a:pt x="730275" y="160426"/>
                  </a:lnTo>
                  <a:lnTo>
                    <a:pt x="730275" y="187159"/>
                  </a:lnTo>
                  <a:lnTo>
                    <a:pt x="756996" y="187159"/>
                  </a:lnTo>
                  <a:lnTo>
                    <a:pt x="756996" y="160426"/>
                  </a:lnTo>
                  <a:close/>
                </a:path>
                <a:path w="815975" h="802639">
                  <a:moveTo>
                    <a:pt x="810488" y="775398"/>
                  </a:moveTo>
                  <a:lnTo>
                    <a:pt x="797115" y="775398"/>
                  </a:lnTo>
                  <a:lnTo>
                    <a:pt x="797115" y="494652"/>
                  </a:lnTo>
                  <a:lnTo>
                    <a:pt x="730275" y="494652"/>
                  </a:lnTo>
                  <a:lnTo>
                    <a:pt x="730275" y="775398"/>
                  </a:lnTo>
                  <a:lnTo>
                    <a:pt x="716902" y="775398"/>
                  </a:lnTo>
                  <a:lnTo>
                    <a:pt x="716902" y="588238"/>
                  </a:lnTo>
                  <a:lnTo>
                    <a:pt x="650062" y="588238"/>
                  </a:lnTo>
                  <a:lnTo>
                    <a:pt x="650062" y="775398"/>
                  </a:lnTo>
                  <a:lnTo>
                    <a:pt x="583222" y="775398"/>
                  </a:lnTo>
                  <a:lnTo>
                    <a:pt x="583222" y="628345"/>
                  </a:lnTo>
                  <a:lnTo>
                    <a:pt x="516369" y="628345"/>
                  </a:lnTo>
                  <a:lnTo>
                    <a:pt x="516369" y="775398"/>
                  </a:lnTo>
                  <a:lnTo>
                    <a:pt x="503008" y="775398"/>
                  </a:lnTo>
                  <a:lnTo>
                    <a:pt x="503008" y="721918"/>
                  </a:lnTo>
                  <a:lnTo>
                    <a:pt x="436156" y="721918"/>
                  </a:lnTo>
                  <a:lnTo>
                    <a:pt x="436156" y="775398"/>
                  </a:lnTo>
                  <a:lnTo>
                    <a:pt x="369316" y="775398"/>
                  </a:lnTo>
                  <a:lnTo>
                    <a:pt x="369316" y="534758"/>
                  </a:lnTo>
                  <a:lnTo>
                    <a:pt x="302463" y="534758"/>
                  </a:lnTo>
                  <a:lnTo>
                    <a:pt x="302463" y="775398"/>
                  </a:lnTo>
                  <a:lnTo>
                    <a:pt x="289102" y="775398"/>
                  </a:lnTo>
                  <a:lnTo>
                    <a:pt x="289102" y="641705"/>
                  </a:lnTo>
                  <a:lnTo>
                    <a:pt x="222250" y="641705"/>
                  </a:lnTo>
                  <a:lnTo>
                    <a:pt x="222250" y="775398"/>
                  </a:lnTo>
                  <a:lnTo>
                    <a:pt x="168783" y="775398"/>
                  </a:lnTo>
                  <a:lnTo>
                    <a:pt x="168783" y="588238"/>
                  </a:lnTo>
                  <a:lnTo>
                    <a:pt x="101930" y="588238"/>
                  </a:lnTo>
                  <a:lnTo>
                    <a:pt x="101930" y="775398"/>
                  </a:lnTo>
                  <a:lnTo>
                    <a:pt x="88569" y="775398"/>
                  </a:lnTo>
                  <a:lnTo>
                    <a:pt x="88569" y="681812"/>
                  </a:lnTo>
                  <a:lnTo>
                    <a:pt x="21717" y="681812"/>
                  </a:lnTo>
                  <a:lnTo>
                    <a:pt x="21717" y="775398"/>
                  </a:lnTo>
                  <a:lnTo>
                    <a:pt x="8356" y="775398"/>
                  </a:lnTo>
                  <a:lnTo>
                    <a:pt x="8356" y="802132"/>
                  </a:lnTo>
                  <a:lnTo>
                    <a:pt x="810488" y="802132"/>
                  </a:lnTo>
                  <a:lnTo>
                    <a:pt x="810488" y="775398"/>
                  </a:lnTo>
                  <a:close/>
                </a:path>
                <a:path w="815975" h="802639">
                  <a:moveTo>
                    <a:pt x="810488" y="160426"/>
                  </a:moveTo>
                  <a:lnTo>
                    <a:pt x="783755" y="160426"/>
                  </a:lnTo>
                  <a:lnTo>
                    <a:pt x="783755" y="187159"/>
                  </a:lnTo>
                  <a:lnTo>
                    <a:pt x="810488" y="187159"/>
                  </a:lnTo>
                  <a:lnTo>
                    <a:pt x="810488" y="160426"/>
                  </a:lnTo>
                  <a:close/>
                </a:path>
                <a:path w="815975" h="802639">
                  <a:moveTo>
                    <a:pt x="810501" y="106946"/>
                  </a:moveTo>
                  <a:lnTo>
                    <a:pt x="676808" y="106946"/>
                  </a:lnTo>
                  <a:lnTo>
                    <a:pt x="676808" y="133680"/>
                  </a:lnTo>
                  <a:lnTo>
                    <a:pt x="810501" y="133680"/>
                  </a:lnTo>
                  <a:lnTo>
                    <a:pt x="810501" y="106946"/>
                  </a:lnTo>
                  <a:close/>
                </a:path>
                <a:path w="815975" h="802639">
                  <a:moveTo>
                    <a:pt x="810501" y="53467"/>
                  </a:moveTo>
                  <a:lnTo>
                    <a:pt x="676808" y="53467"/>
                  </a:lnTo>
                  <a:lnTo>
                    <a:pt x="676808" y="80200"/>
                  </a:lnTo>
                  <a:lnTo>
                    <a:pt x="810501" y="80200"/>
                  </a:lnTo>
                  <a:lnTo>
                    <a:pt x="810501" y="53467"/>
                  </a:lnTo>
                  <a:close/>
                </a:path>
                <a:path w="815975" h="802639">
                  <a:moveTo>
                    <a:pt x="810501" y="0"/>
                  </a:moveTo>
                  <a:lnTo>
                    <a:pt x="676808" y="0"/>
                  </a:lnTo>
                  <a:lnTo>
                    <a:pt x="676808" y="26733"/>
                  </a:lnTo>
                  <a:lnTo>
                    <a:pt x="810501" y="26733"/>
                  </a:lnTo>
                  <a:lnTo>
                    <a:pt x="810501" y="0"/>
                  </a:lnTo>
                  <a:close/>
                </a:path>
                <a:path w="815975" h="802639">
                  <a:moveTo>
                    <a:pt x="815911" y="388848"/>
                  </a:moveTo>
                  <a:lnTo>
                    <a:pt x="686435" y="331304"/>
                  </a:lnTo>
                  <a:lnTo>
                    <a:pt x="538378" y="506285"/>
                  </a:lnTo>
                  <a:lnTo>
                    <a:pt x="347840" y="455472"/>
                  </a:lnTo>
                  <a:lnTo>
                    <a:pt x="207784" y="371449"/>
                  </a:lnTo>
                  <a:lnTo>
                    <a:pt x="0" y="537679"/>
                  </a:lnTo>
                  <a:lnTo>
                    <a:pt x="16713" y="558558"/>
                  </a:lnTo>
                  <a:lnTo>
                    <a:pt x="209981" y="403936"/>
                  </a:lnTo>
                  <a:lnTo>
                    <a:pt x="335686" y="479361"/>
                  </a:lnTo>
                  <a:lnTo>
                    <a:pt x="547839" y="536473"/>
                  </a:lnTo>
                  <a:lnTo>
                    <a:pt x="693902" y="363867"/>
                  </a:lnTo>
                  <a:lnTo>
                    <a:pt x="805065" y="413283"/>
                  </a:lnTo>
                  <a:lnTo>
                    <a:pt x="815911" y="388848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0257" y="3380956"/>
              <a:ext cx="147065" cy="20883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84050" y="3380276"/>
              <a:ext cx="467995" cy="179070"/>
            </a:xfrm>
            <a:custGeom>
              <a:avLst/>
              <a:gdLst/>
              <a:ahLst/>
              <a:cxnLst/>
              <a:rect l="l" t="t" r="r" b="b"/>
              <a:pathLst>
                <a:path w="467994" h="179070">
                  <a:moveTo>
                    <a:pt x="467918" y="0"/>
                  </a:moveTo>
                  <a:lnTo>
                    <a:pt x="221742" y="0"/>
                  </a:lnTo>
                  <a:lnTo>
                    <a:pt x="131089" y="90652"/>
                  </a:lnTo>
                  <a:lnTo>
                    <a:pt x="108224" y="55730"/>
                  </a:lnTo>
                  <a:lnTo>
                    <a:pt x="77631" y="28252"/>
                  </a:lnTo>
                  <a:lnTo>
                    <a:pt x="40995" y="9454"/>
                  </a:lnTo>
                  <a:lnTo>
                    <a:pt x="0" y="571"/>
                  </a:lnTo>
                  <a:lnTo>
                    <a:pt x="0" y="94945"/>
                  </a:lnTo>
                  <a:lnTo>
                    <a:pt x="21166" y="103226"/>
                  </a:lnTo>
                  <a:lnTo>
                    <a:pt x="38095" y="117830"/>
                  </a:lnTo>
                  <a:lnTo>
                    <a:pt x="49340" y="137311"/>
                  </a:lnTo>
                  <a:lnTo>
                    <a:pt x="53454" y="160223"/>
                  </a:lnTo>
                  <a:lnTo>
                    <a:pt x="145935" y="178688"/>
                  </a:lnTo>
                  <a:lnTo>
                    <a:pt x="147066" y="166573"/>
                  </a:lnTo>
                  <a:lnTo>
                    <a:pt x="147066" y="160426"/>
                  </a:lnTo>
                  <a:lnTo>
                    <a:pt x="146696" y="149625"/>
                  </a:lnTo>
                  <a:lnTo>
                    <a:pt x="145603" y="138972"/>
                  </a:lnTo>
                  <a:lnTo>
                    <a:pt x="143813" y="128486"/>
                  </a:lnTo>
                  <a:lnTo>
                    <a:pt x="141351" y="118186"/>
                  </a:lnTo>
                  <a:lnTo>
                    <a:pt x="232816" y="26733"/>
                  </a:lnTo>
                  <a:lnTo>
                    <a:pt x="467918" y="26733"/>
                  </a:lnTo>
                  <a:lnTo>
                    <a:pt x="467918" y="0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8311" y="3578240"/>
              <a:ext cx="106502" cy="10679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025780" y="3566711"/>
              <a:ext cx="365760" cy="134620"/>
            </a:xfrm>
            <a:custGeom>
              <a:avLst/>
              <a:gdLst/>
              <a:ahLst/>
              <a:cxnLst/>
              <a:rect l="l" t="t" r="r" b="b"/>
              <a:pathLst>
                <a:path w="365759" h="134620">
                  <a:moveTo>
                    <a:pt x="106489" y="0"/>
                  </a:moveTo>
                  <a:lnTo>
                    <a:pt x="96461" y="16495"/>
                  </a:lnTo>
                  <a:lnTo>
                    <a:pt x="82246" y="29406"/>
                  </a:lnTo>
                  <a:lnTo>
                    <a:pt x="64757" y="37822"/>
                  </a:lnTo>
                  <a:lnTo>
                    <a:pt x="44907" y="40830"/>
                  </a:lnTo>
                  <a:lnTo>
                    <a:pt x="41173" y="40830"/>
                  </a:lnTo>
                  <a:lnTo>
                    <a:pt x="34010" y="39738"/>
                  </a:lnTo>
                  <a:lnTo>
                    <a:pt x="0" y="127977"/>
                  </a:lnTo>
                  <a:lnTo>
                    <a:pt x="11024" y="130768"/>
                  </a:lnTo>
                  <a:lnTo>
                    <a:pt x="22196" y="132783"/>
                  </a:lnTo>
                  <a:lnTo>
                    <a:pt x="33497" y="134005"/>
                  </a:lnTo>
                  <a:lnTo>
                    <a:pt x="44907" y="134416"/>
                  </a:lnTo>
                  <a:lnTo>
                    <a:pt x="75464" y="131460"/>
                  </a:lnTo>
                  <a:lnTo>
                    <a:pt x="104570" y="122835"/>
                  </a:lnTo>
                  <a:lnTo>
                    <a:pt x="131473" y="108908"/>
                  </a:lnTo>
                  <a:lnTo>
                    <a:pt x="155422" y="90042"/>
                  </a:lnTo>
                  <a:lnTo>
                    <a:pt x="199796" y="134416"/>
                  </a:lnTo>
                  <a:lnTo>
                    <a:pt x="365760" y="134416"/>
                  </a:lnTo>
                  <a:lnTo>
                    <a:pt x="365760" y="107683"/>
                  </a:lnTo>
                  <a:lnTo>
                    <a:pt x="210870" y="107683"/>
                  </a:lnTo>
                  <a:lnTo>
                    <a:pt x="173164" y="69976"/>
                  </a:lnTo>
                  <a:lnTo>
                    <a:pt x="181317" y="57988"/>
                  </a:lnTo>
                  <a:lnTo>
                    <a:pt x="188337" y="45350"/>
                  </a:lnTo>
                  <a:lnTo>
                    <a:pt x="194181" y="32138"/>
                  </a:lnTo>
                  <a:lnTo>
                    <a:pt x="198805" y="18427"/>
                  </a:lnTo>
                  <a:lnTo>
                    <a:pt x="106489" y="0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161583" y="3375188"/>
            <a:ext cx="358711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60">
                <a:solidFill>
                  <a:srgbClr val="2F2D2E"/>
                </a:solidFill>
                <a:latin typeface="Lucida Sans Unicode"/>
                <a:cs typeface="Lucida Sans Unicode"/>
              </a:rPr>
              <a:t>College</a:t>
            </a: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 Admin </a:t>
            </a:r>
            <a:r>
              <a:rPr dirty="0" sz="2400" spc="40">
                <a:solidFill>
                  <a:srgbClr val="2F2D2E"/>
                </a:solidFill>
                <a:latin typeface="Lucida Sans Unicode"/>
                <a:cs typeface="Lucida Sans Unicode"/>
              </a:rPr>
              <a:t>Console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611245" y="3374059"/>
            <a:ext cx="815340" cy="815340"/>
          </a:xfrm>
          <a:custGeom>
            <a:avLst/>
            <a:gdLst/>
            <a:ahLst/>
            <a:cxnLst/>
            <a:rect l="l" t="t" r="r" b="b"/>
            <a:pathLst>
              <a:path w="815340" h="815339">
                <a:moveTo>
                  <a:pt x="441744" y="608965"/>
                </a:moveTo>
                <a:lnTo>
                  <a:pt x="441693" y="598373"/>
                </a:lnTo>
                <a:lnTo>
                  <a:pt x="437413" y="594093"/>
                </a:lnTo>
                <a:lnTo>
                  <a:pt x="432168" y="594093"/>
                </a:lnTo>
                <a:lnTo>
                  <a:pt x="377304" y="594093"/>
                </a:lnTo>
                <a:lnTo>
                  <a:pt x="373024" y="598373"/>
                </a:lnTo>
                <a:lnTo>
                  <a:pt x="373024" y="608965"/>
                </a:lnTo>
                <a:lnTo>
                  <a:pt x="377304" y="613257"/>
                </a:lnTo>
                <a:lnTo>
                  <a:pt x="437464" y="613257"/>
                </a:lnTo>
                <a:lnTo>
                  <a:pt x="441744" y="608965"/>
                </a:lnTo>
                <a:close/>
              </a:path>
              <a:path w="815340" h="815339">
                <a:moveTo>
                  <a:pt x="467067" y="242735"/>
                </a:moveTo>
                <a:lnTo>
                  <a:pt x="421030" y="242735"/>
                </a:lnTo>
                <a:lnTo>
                  <a:pt x="421030" y="282917"/>
                </a:lnTo>
                <a:lnTo>
                  <a:pt x="467067" y="282917"/>
                </a:lnTo>
                <a:lnTo>
                  <a:pt x="467067" y="242735"/>
                </a:lnTo>
                <a:close/>
              </a:path>
              <a:path w="815340" h="815339">
                <a:moveTo>
                  <a:pt x="532320" y="199517"/>
                </a:moveTo>
                <a:lnTo>
                  <a:pt x="486181" y="199517"/>
                </a:lnTo>
                <a:lnTo>
                  <a:pt x="486181" y="282917"/>
                </a:lnTo>
                <a:lnTo>
                  <a:pt x="532320" y="282917"/>
                </a:lnTo>
                <a:lnTo>
                  <a:pt x="532320" y="199517"/>
                </a:lnTo>
                <a:close/>
              </a:path>
              <a:path w="815340" h="815339">
                <a:moveTo>
                  <a:pt x="597471" y="134874"/>
                </a:moveTo>
                <a:lnTo>
                  <a:pt x="551434" y="134874"/>
                </a:lnTo>
                <a:lnTo>
                  <a:pt x="551434" y="282917"/>
                </a:lnTo>
                <a:lnTo>
                  <a:pt x="597471" y="282917"/>
                </a:lnTo>
                <a:lnTo>
                  <a:pt x="597471" y="134874"/>
                </a:lnTo>
                <a:close/>
              </a:path>
              <a:path w="815340" h="815339">
                <a:moveTo>
                  <a:pt x="662762" y="176580"/>
                </a:moveTo>
                <a:lnTo>
                  <a:pt x="616623" y="176580"/>
                </a:lnTo>
                <a:lnTo>
                  <a:pt x="616623" y="282917"/>
                </a:lnTo>
                <a:lnTo>
                  <a:pt x="662762" y="282917"/>
                </a:lnTo>
                <a:lnTo>
                  <a:pt x="662762" y="176580"/>
                </a:lnTo>
                <a:close/>
              </a:path>
              <a:path w="815340" h="815339">
                <a:moveTo>
                  <a:pt x="727913" y="87071"/>
                </a:moveTo>
                <a:lnTo>
                  <a:pt x="681875" y="87071"/>
                </a:lnTo>
                <a:lnTo>
                  <a:pt x="681875" y="282917"/>
                </a:lnTo>
                <a:lnTo>
                  <a:pt x="727913" y="282917"/>
                </a:lnTo>
                <a:lnTo>
                  <a:pt x="727913" y="87071"/>
                </a:lnTo>
                <a:close/>
              </a:path>
              <a:path w="815340" h="815339">
                <a:moveTo>
                  <a:pt x="814832" y="60960"/>
                </a:moveTo>
                <a:lnTo>
                  <a:pt x="810006" y="36830"/>
                </a:lnTo>
                <a:lnTo>
                  <a:pt x="806538" y="31750"/>
                </a:lnTo>
                <a:lnTo>
                  <a:pt x="797001" y="17780"/>
                </a:lnTo>
                <a:lnTo>
                  <a:pt x="795629" y="16878"/>
                </a:lnTo>
                <a:lnTo>
                  <a:pt x="795629" y="567690"/>
                </a:lnTo>
                <a:lnTo>
                  <a:pt x="795629" y="599440"/>
                </a:lnTo>
                <a:lnTo>
                  <a:pt x="792365" y="615950"/>
                </a:lnTo>
                <a:lnTo>
                  <a:pt x="783463" y="628650"/>
                </a:lnTo>
                <a:lnTo>
                  <a:pt x="770293" y="637540"/>
                </a:lnTo>
                <a:lnTo>
                  <a:pt x="754176" y="641350"/>
                </a:lnTo>
                <a:lnTo>
                  <a:pt x="60553" y="641350"/>
                </a:lnTo>
                <a:lnTo>
                  <a:pt x="44437" y="637540"/>
                </a:lnTo>
                <a:lnTo>
                  <a:pt x="31254" y="628650"/>
                </a:lnTo>
                <a:lnTo>
                  <a:pt x="22364" y="615950"/>
                </a:lnTo>
                <a:lnTo>
                  <a:pt x="19100" y="599440"/>
                </a:lnTo>
                <a:lnTo>
                  <a:pt x="19100" y="567690"/>
                </a:lnTo>
                <a:lnTo>
                  <a:pt x="795629" y="567690"/>
                </a:lnTo>
                <a:lnTo>
                  <a:pt x="795629" y="16878"/>
                </a:lnTo>
                <a:lnTo>
                  <a:pt x="777735" y="5080"/>
                </a:lnTo>
                <a:lnTo>
                  <a:pt x="754176" y="0"/>
                </a:lnTo>
                <a:lnTo>
                  <a:pt x="747064" y="0"/>
                </a:lnTo>
                <a:lnTo>
                  <a:pt x="747064" y="72390"/>
                </a:lnTo>
                <a:lnTo>
                  <a:pt x="747064" y="298450"/>
                </a:lnTo>
                <a:lnTo>
                  <a:pt x="747064" y="406400"/>
                </a:lnTo>
                <a:lnTo>
                  <a:pt x="747064" y="416560"/>
                </a:lnTo>
                <a:lnTo>
                  <a:pt x="747064" y="495300"/>
                </a:lnTo>
                <a:lnTo>
                  <a:pt x="747064" y="505460"/>
                </a:lnTo>
                <a:lnTo>
                  <a:pt x="742886" y="510540"/>
                </a:lnTo>
                <a:lnTo>
                  <a:pt x="552183" y="510540"/>
                </a:lnTo>
                <a:lnTo>
                  <a:pt x="547839" y="505460"/>
                </a:lnTo>
                <a:lnTo>
                  <a:pt x="547890" y="495300"/>
                </a:lnTo>
                <a:lnTo>
                  <a:pt x="552234" y="491490"/>
                </a:lnTo>
                <a:lnTo>
                  <a:pt x="742835" y="491490"/>
                </a:lnTo>
                <a:lnTo>
                  <a:pt x="747064" y="495300"/>
                </a:lnTo>
                <a:lnTo>
                  <a:pt x="747064" y="416560"/>
                </a:lnTo>
                <a:lnTo>
                  <a:pt x="742835" y="420370"/>
                </a:lnTo>
                <a:lnTo>
                  <a:pt x="650811" y="420370"/>
                </a:lnTo>
                <a:lnTo>
                  <a:pt x="650811" y="448310"/>
                </a:lnTo>
                <a:lnTo>
                  <a:pt x="650811" y="459740"/>
                </a:lnTo>
                <a:lnTo>
                  <a:pt x="646620" y="463550"/>
                </a:lnTo>
                <a:lnTo>
                  <a:pt x="552234" y="463550"/>
                </a:lnTo>
                <a:lnTo>
                  <a:pt x="547890" y="459740"/>
                </a:lnTo>
                <a:lnTo>
                  <a:pt x="547890" y="448310"/>
                </a:lnTo>
                <a:lnTo>
                  <a:pt x="552234" y="444500"/>
                </a:lnTo>
                <a:lnTo>
                  <a:pt x="646569" y="444500"/>
                </a:lnTo>
                <a:lnTo>
                  <a:pt x="650811" y="448310"/>
                </a:lnTo>
                <a:lnTo>
                  <a:pt x="650811" y="420370"/>
                </a:lnTo>
                <a:lnTo>
                  <a:pt x="552183" y="420370"/>
                </a:lnTo>
                <a:lnTo>
                  <a:pt x="547839" y="416560"/>
                </a:lnTo>
                <a:lnTo>
                  <a:pt x="547839" y="406400"/>
                </a:lnTo>
                <a:lnTo>
                  <a:pt x="552183" y="401320"/>
                </a:lnTo>
                <a:lnTo>
                  <a:pt x="742835" y="401320"/>
                </a:lnTo>
                <a:lnTo>
                  <a:pt x="747064" y="406400"/>
                </a:lnTo>
                <a:lnTo>
                  <a:pt x="747064" y="298450"/>
                </a:lnTo>
                <a:lnTo>
                  <a:pt x="742886" y="302260"/>
                </a:lnTo>
                <a:lnTo>
                  <a:pt x="650811" y="302260"/>
                </a:lnTo>
                <a:lnTo>
                  <a:pt x="650811" y="359410"/>
                </a:lnTo>
                <a:lnTo>
                  <a:pt x="650811" y="370840"/>
                </a:lnTo>
                <a:lnTo>
                  <a:pt x="646620" y="374650"/>
                </a:lnTo>
                <a:lnTo>
                  <a:pt x="552234" y="374650"/>
                </a:lnTo>
                <a:lnTo>
                  <a:pt x="547890" y="370840"/>
                </a:lnTo>
                <a:lnTo>
                  <a:pt x="547890" y="359410"/>
                </a:lnTo>
                <a:lnTo>
                  <a:pt x="552234" y="355600"/>
                </a:lnTo>
                <a:lnTo>
                  <a:pt x="646569" y="355600"/>
                </a:lnTo>
                <a:lnTo>
                  <a:pt x="650811" y="359410"/>
                </a:lnTo>
                <a:lnTo>
                  <a:pt x="650811" y="302260"/>
                </a:lnTo>
                <a:lnTo>
                  <a:pt x="511441" y="302260"/>
                </a:lnTo>
                <a:lnTo>
                  <a:pt x="511441" y="388620"/>
                </a:lnTo>
                <a:lnTo>
                  <a:pt x="511390" y="388874"/>
                </a:lnTo>
                <a:lnTo>
                  <a:pt x="511390" y="477520"/>
                </a:lnTo>
                <a:lnTo>
                  <a:pt x="508520" y="491490"/>
                </a:lnTo>
                <a:lnTo>
                  <a:pt x="500710" y="502920"/>
                </a:lnTo>
                <a:lnTo>
                  <a:pt x="489153" y="510540"/>
                </a:lnTo>
                <a:lnTo>
                  <a:pt x="475030" y="513080"/>
                </a:lnTo>
                <a:lnTo>
                  <a:pt x="460908" y="510540"/>
                </a:lnTo>
                <a:lnTo>
                  <a:pt x="449351" y="502920"/>
                </a:lnTo>
                <a:lnTo>
                  <a:pt x="441540" y="491490"/>
                </a:lnTo>
                <a:lnTo>
                  <a:pt x="438683" y="477520"/>
                </a:lnTo>
                <a:lnTo>
                  <a:pt x="441540" y="463550"/>
                </a:lnTo>
                <a:lnTo>
                  <a:pt x="449351" y="452120"/>
                </a:lnTo>
                <a:lnTo>
                  <a:pt x="459257" y="444500"/>
                </a:lnTo>
                <a:lnTo>
                  <a:pt x="460908" y="443230"/>
                </a:lnTo>
                <a:lnTo>
                  <a:pt x="475030" y="440690"/>
                </a:lnTo>
                <a:lnTo>
                  <a:pt x="489178" y="443230"/>
                </a:lnTo>
                <a:lnTo>
                  <a:pt x="500735" y="452120"/>
                </a:lnTo>
                <a:lnTo>
                  <a:pt x="508533" y="463550"/>
                </a:lnTo>
                <a:lnTo>
                  <a:pt x="511390" y="477520"/>
                </a:lnTo>
                <a:lnTo>
                  <a:pt x="511390" y="388874"/>
                </a:lnTo>
                <a:lnTo>
                  <a:pt x="508571" y="402590"/>
                </a:lnTo>
                <a:lnTo>
                  <a:pt x="500761" y="414020"/>
                </a:lnTo>
                <a:lnTo>
                  <a:pt x="489204" y="421640"/>
                </a:lnTo>
                <a:lnTo>
                  <a:pt x="475081" y="424180"/>
                </a:lnTo>
                <a:lnTo>
                  <a:pt x="460959" y="421640"/>
                </a:lnTo>
                <a:lnTo>
                  <a:pt x="459028" y="420370"/>
                </a:lnTo>
                <a:lnTo>
                  <a:pt x="449402" y="414020"/>
                </a:lnTo>
                <a:lnTo>
                  <a:pt x="441591" y="402590"/>
                </a:lnTo>
                <a:lnTo>
                  <a:pt x="441337" y="401320"/>
                </a:lnTo>
                <a:lnTo>
                  <a:pt x="438734" y="388620"/>
                </a:lnTo>
                <a:lnTo>
                  <a:pt x="441363" y="374650"/>
                </a:lnTo>
                <a:lnTo>
                  <a:pt x="441591" y="373380"/>
                </a:lnTo>
                <a:lnTo>
                  <a:pt x="449402" y="361950"/>
                </a:lnTo>
                <a:lnTo>
                  <a:pt x="459028" y="355600"/>
                </a:lnTo>
                <a:lnTo>
                  <a:pt x="460959" y="354330"/>
                </a:lnTo>
                <a:lnTo>
                  <a:pt x="475081" y="351790"/>
                </a:lnTo>
                <a:lnTo>
                  <a:pt x="489204" y="354330"/>
                </a:lnTo>
                <a:lnTo>
                  <a:pt x="500761" y="361950"/>
                </a:lnTo>
                <a:lnTo>
                  <a:pt x="508571" y="373380"/>
                </a:lnTo>
                <a:lnTo>
                  <a:pt x="511441" y="388620"/>
                </a:lnTo>
                <a:lnTo>
                  <a:pt x="511441" y="302260"/>
                </a:lnTo>
                <a:lnTo>
                  <a:pt x="406209" y="302260"/>
                </a:lnTo>
                <a:lnTo>
                  <a:pt x="401866" y="298450"/>
                </a:lnTo>
                <a:lnTo>
                  <a:pt x="401866" y="283210"/>
                </a:lnTo>
                <a:lnTo>
                  <a:pt x="401866" y="228600"/>
                </a:lnTo>
                <a:lnTo>
                  <a:pt x="406209" y="224790"/>
                </a:lnTo>
                <a:lnTo>
                  <a:pt x="467017" y="224790"/>
                </a:lnTo>
                <a:lnTo>
                  <a:pt x="467017" y="187960"/>
                </a:lnTo>
                <a:lnTo>
                  <a:pt x="467017" y="185420"/>
                </a:lnTo>
                <a:lnTo>
                  <a:pt x="471347" y="181610"/>
                </a:lnTo>
                <a:lnTo>
                  <a:pt x="532320" y="181610"/>
                </a:lnTo>
                <a:lnTo>
                  <a:pt x="532320" y="168910"/>
                </a:lnTo>
                <a:lnTo>
                  <a:pt x="532320" y="135890"/>
                </a:lnTo>
                <a:lnTo>
                  <a:pt x="532320" y="120650"/>
                </a:lnTo>
                <a:lnTo>
                  <a:pt x="536498" y="116840"/>
                </a:lnTo>
                <a:lnTo>
                  <a:pt x="612381" y="116840"/>
                </a:lnTo>
                <a:lnTo>
                  <a:pt x="616623" y="120650"/>
                </a:lnTo>
                <a:lnTo>
                  <a:pt x="616623" y="157480"/>
                </a:lnTo>
                <a:lnTo>
                  <a:pt x="662762" y="157480"/>
                </a:lnTo>
                <a:lnTo>
                  <a:pt x="662762" y="116840"/>
                </a:lnTo>
                <a:lnTo>
                  <a:pt x="662762" y="87630"/>
                </a:lnTo>
                <a:lnTo>
                  <a:pt x="662762" y="72390"/>
                </a:lnTo>
                <a:lnTo>
                  <a:pt x="666940" y="68580"/>
                </a:lnTo>
                <a:lnTo>
                  <a:pt x="742835" y="68580"/>
                </a:lnTo>
                <a:lnTo>
                  <a:pt x="747064" y="72390"/>
                </a:lnTo>
                <a:lnTo>
                  <a:pt x="747064" y="0"/>
                </a:lnTo>
                <a:lnTo>
                  <a:pt x="548144" y="0"/>
                </a:lnTo>
                <a:lnTo>
                  <a:pt x="548144" y="72390"/>
                </a:lnTo>
                <a:lnTo>
                  <a:pt x="548144" y="83820"/>
                </a:lnTo>
                <a:lnTo>
                  <a:pt x="543966" y="87630"/>
                </a:lnTo>
                <a:lnTo>
                  <a:pt x="490512" y="87630"/>
                </a:lnTo>
                <a:lnTo>
                  <a:pt x="490512" y="120650"/>
                </a:lnTo>
                <a:lnTo>
                  <a:pt x="490512" y="130810"/>
                </a:lnTo>
                <a:lnTo>
                  <a:pt x="486181" y="135890"/>
                </a:lnTo>
                <a:lnTo>
                  <a:pt x="406209" y="135890"/>
                </a:lnTo>
                <a:lnTo>
                  <a:pt x="401866" y="130810"/>
                </a:lnTo>
                <a:lnTo>
                  <a:pt x="401866" y="120650"/>
                </a:lnTo>
                <a:lnTo>
                  <a:pt x="406209" y="116840"/>
                </a:lnTo>
                <a:lnTo>
                  <a:pt x="486181" y="116840"/>
                </a:lnTo>
                <a:lnTo>
                  <a:pt x="490512" y="120650"/>
                </a:lnTo>
                <a:lnTo>
                  <a:pt x="490512" y="87630"/>
                </a:lnTo>
                <a:lnTo>
                  <a:pt x="406209" y="87630"/>
                </a:lnTo>
                <a:lnTo>
                  <a:pt x="401866" y="83820"/>
                </a:lnTo>
                <a:lnTo>
                  <a:pt x="401866" y="73660"/>
                </a:lnTo>
                <a:lnTo>
                  <a:pt x="401866" y="72390"/>
                </a:lnTo>
                <a:lnTo>
                  <a:pt x="406209" y="68580"/>
                </a:lnTo>
                <a:lnTo>
                  <a:pt x="543915" y="68580"/>
                </a:lnTo>
                <a:lnTo>
                  <a:pt x="548144" y="72390"/>
                </a:lnTo>
                <a:lnTo>
                  <a:pt x="548144" y="0"/>
                </a:lnTo>
                <a:lnTo>
                  <a:pt x="375996" y="0"/>
                </a:lnTo>
                <a:lnTo>
                  <a:pt x="375996" y="406400"/>
                </a:lnTo>
                <a:lnTo>
                  <a:pt x="375996" y="416560"/>
                </a:lnTo>
                <a:lnTo>
                  <a:pt x="375996" y="495300"/>
                </a:lnTo>
                <a:lnTo>
                  <a:pt x="375996" y="505460"/>
                </a:lnTo>
                <a:lnTo>
                  <a:pt x="371665" y="510540"/>
                </a:lnTo>
                <a:lnTo>
                  <a:pt x="181013" y="510540"/>
                </a:lnTo>
                <a:lnTo>
                  <a:pt x="176682" y="505460"/>
                </a:lnTo>
                <a:lnTo>
                  <a:pt x="176733" y="495300"/>
                </a:lnTo>
                <a:lnTo>
                  <a:pt x="181063" y="491490"/>
                </a:lnTo>
                <a:lnTo>
                  <a:pt x="371665" y="491490"/>
                </a:lnTo>
                <a:lnTo>
                  <a:pt x="375996" y="495300"/>
                </a:lnTo>
                <a:lnTo>
                  <a:pt x="375996" y="416560"/>
                </a:lnTo>
                <a:lnTo>
                  <a:pt x="371665" y="420370"/>
                </a:lnTo>
                <a:lnTo>
                  <a:pt x="279793" y="420370"/>
                </a:lnTo>
                <a:lnTo>
                  <a:pt x="279793" y="448310"/>
                </a:lnTo>
                <a:lnTo>
                  <a:pt x="279793" y="459740"/>
                </a:lnTo>
                <a:lnTo>
                  <a:pt x="275463" y="463550"/>
                </a:lnTo>
                <a:lnTo>
                  <a:pt x="181063" y="463550"/>
                </a:lnTo>
                <a:lnTo>
                  <a:pt x="176733" y="459740"/>
                </a:lnTo>
                <a:lnTo>
                  <a:pt x="176733" y="448310"/>
                </a:lnTo>
                <a:lnTo>
                  <a:pt x="181063" y="444500"/>
                </a:lnTo>
                <a:lnTo>
                  <a:pt x="275463" y="444500"/>
                </a:lnTo>
                <a:lnTo>
                  <a:pt x="279793" y="448310"/>
                </a:lnTo>
                <a:lnTo>
                  <a:pt x="279793" y="420370"/>
                </a:lnTo>
                <a:lnTo>
                  <a:pt x="181013" y="420370"/>
                </a:lnTo>
                <a:lnTo>
                  <a:pt x="176682" y="416560"/>
                </a:lnTo>
                <a:lnTo>
                  <a:pt x="176682" y="406400"/>
                </a:lnTo>
                <a:lnTo>
                  <a:pt x="181013" y="401320"/>
                </a:lnTo>
                <a:lnTo>
                  <a:pt x="371665" y="401320"/>
                </a:lnTo>
                <a:lnTo>
                  <a:pt x="375996" y="406400"/>
                </a:lnTo>
                <a:lnTo>
                  <a:pt x="375996" y="0"/>
                </a:lnTo>
                <a:lnTo>
                  <a:pt x="304952" y="0"/>
                </a:lnTo>
                <a:lnTo>
                  <a:pt x="304952" y="168910"/>
                </a:lnTo>
                <a:lnTo>
                  <a:pt x="304952" y="187960"/>
                </a:lnTo>
                <a:lnTo>
                  <a:pt x="294246" y="224790"/>
                </a:lnTo>
                <a:lnTo>
                  <a:pt x="279793" y="243992"/>
                </a:lnTo>
                <a:lnTo>
                  <a:pt x="279793" y="359410"/>
                </a:lnTo>
                <a:lnTo>
                  <a:pt x="279793" y="370840"/>
                </a:lnTo>
                <a:lnTo>
                  <a:pt x="275463" y="374650"/>
                </a:lnTo>
                <a:lnTo>
                  <a:pt x="181063" y="374650"/>
                </a:lnTo>
                <a:lnTo>
                  <a:pt x="176733" y="370840"/>
                </a:lnTo>
                <a:lnTo>
                  <a:pt x="176733" y="359410"/>
                </a:lnTo>
                <a:lnTo>
                  <a:pt x="181063" y="355600"/>
                </a:lnTo>
                <a:lnTo>
                  <a:pt x="275463" y="355600"/>
                </a:lnTo>
                <a:lnTo>
                  <a:pt x="279793" y="359410"/>
                </a:lnTo>
                <a:lnTo>
                  <a:pt x="279793" y="243992"/>
                </a:lnTo>
                <a:lnTo>
                  <a:pt x="271297" y="255270"/>
                </a:lnTo>
                <a:lnTo>
                  <a:pt x="238963" y="275590"/>
                </a:lnTo>
                <a:lnTo>
                  <a:pt x="200126" y="283210"/>
                </a:lnTo>
                <a:lnTo>
                  <a:pt x="181775" y="281940"/>
                </a:lnTo>
                <a:lnTo>
                  <a:pt x="164211" y="276860"/>
                </a:lnTo>
                <a:lnTo>
                  <a:pt x="147789" y="269240"/>
                </a:lnTo>
                <a:lnTo>
                  <a:pt x="140373" y="264210"/>
                </a:lnTo>
                <a:lnTo>
                  <a:pt x="140373" y="388620"/>
                </a:lnTo>
                <a:lnTo>
                  <a:pt x="140373" y="477520"/>
                </a:lnTo>
                <a:lnTo>
                  <a:pt x="137502" y="491490"/>
                </a:lnTo>
                <a:lnTo>
                  <a:pt x="129705" y="502920"/>
                </a:lnTo>
                <a:lnTo>
                  <a:pt x="118135" y="510540"/>
                </a:lnTo>
                <a:lnTo>
                  <a:pt x="104013" y="513080"/>
                </a:lnTo>
                <a:lnTo>
                  <a:pt x="89890" y="510540"/>
                </a:lnTo>
                <a:lnTo>
                  <a:pt x="78333" y="502920"/>
                </a:lnTo>
                <a:lnTo>
                  <a:pt x="70523" y="491490"/>
                </a:lnTo>
                <a:lnTo>
                  <a:pt x="67665" y="477520"/>
                </a:lnTo>
                <a:lnTo>
                  <a:pt x="70523" y="463550"/>
                </a:lnTo>
                <a:lnTo>
                  <a:pt x="104013" y="440690"/>
                </a:lnTo>
                <a:lnTo>
                  <a:pt x="137502" y="463550"/>
                </a:lnTo>
                <a:lnTo>
                  <a:pt x="140373" y="477520"/>
                </a:lnTo>
                <a:lnTo>
                  <a:pt x="140373" y="388620"/>
                </a:lnTo>
                <a:lnTo>
                  <a:pt x="137502" y="402590"/>
                </a:lnTo>
                <a:lnTo>
                  <a:pt x="129705" y="414020"/>
                </a:lnTo>
                <a:lnTo>
                  <a:pt x="118135" y="421640"/>
                </a:lnTo>
                <a:lnTo>
                  <a:pt x="104013" y="424180"/>
                </a:lnTo>
                <a:lnTo>
                  <a:pt x="89890" y="421640"/>
                </a:lnTo>
                <a:lnTo>
                  <a:pt x="78333" y="414020"/>
                </a:lnTo>
                <a:lnTo>
                  <a:pt x="70523" y="402590"/>
                </a:lnTo>
                <a:lnTo>
                  <a:pt x="67665" y="388620"/>
                </a:lnTo>
                <a:lnTo>
                  <a:pt x="70523" y="373380"/>
                </a:lnTo>
                <a:lnTo>
                  <a:pt x="78333" y="361950"/>
                </a:lnTo>
                <a:lnTo>
                  <a:pt x="89890" y="354330"/>
                </a:lnTo>
                <a:lnTo>
                  <a:pt x="104013" y="351790"/>
                </a:lnTo>
                <a:lnTo>
                  <a:pt x="118135" y="354330"/>
                </a:lnTo>
                <a:lnTo>
                  <a:pt x="129705" y="361950"/>
                </a:lnTo>
                <a:lnTo>
                  <a:pt x="137502" y="373380"/>
                </a:lnTo>
                <a:lnTo>
                  <a:pt x="140373" y="388620"/>
                </a:lnTo>
                <a:lnTo>
                  <a:pt x="140373" y="264210"/>
                </a:lnTo>
                <a:lnTo>
                  <a:pt x="132816" y="259080"/>
                </a:lnTo>
                <a:lnTo>
                  <a:pt x="146824" y="245110"/>
                </a:lnTo>
                <a:lnTo>
                  <a:pt x="204114" y="187960"/>
                </a:lnTo>
                <a:lnTo>
                  <a:pt x="304952" y="187960"/>
                </a:lnTo>
                <a:lnTo>
                  <a:pt x="304952" y="168910"/>
                </a:lnTo>
                <a:lnTo>
                  <a:pt x="209702" y="168910"/>
                </a:lnTo>
                <a:lnTo>
                  <a:pt x="209702" y="73660"/>
                </a:lnTo>
                <a:lnTo>
                  <a:pt x="245249" y="82550"/>
                </a:lnTo>
                <a:lnTo>
                  <a:pt x="274574" y="104140"/>
                </a:lnTo>
                <a:lnTo>
                  <a:pt x="295275" y="133350"/>
                </a:lnTo>
                <a:lnTo>
                  <a:pt x="304952" y="168910"/>
                </a:lnTo>
                <a:lnTo>
                  <a:pt x="304952" y="0"/>
                </a:lnTo>
                <a:lnTo>
                  <a:pt x="190601" y="0"/>
                </a:lnTo>
                <a:lnTo>
                  <a:pt x="190601" y="73660"/>
                </a:lnTo>
                <a:lnTo>
                  <a:pt x="190601" y="173990"/>
                </a:lnTo>
                <a:lnTo>
                  <a:pt x="119202" y="245110"/>
                </a:lnTo>
                <a:lnTo>
                  <a:pt x="108775" y="231140"/>
                </a:lnTo>
                <a:lnTo>
                  <a:pt x="101142" y="214630"/>
                </a:lnTo>
                <a:lnTo>
                  <a:pt x="96443" y="196850"/>
                </a:lnTo>
                <a:lnTo>
                  <a:pt x="94843" y="177800"/>
                </a:lnTo>
                <a:lnTo>
                  <a:pt x="101282" y="144780"/>
                </a:lnTo>
                <a:lnTo>
                  <a:pt x="102273" y="139700"/>
                </a:lnTo>
                <a:lnTo>
                  <a:pt x="121856" y="107950"/>
                </a:lnTo>
                <a:lnTo>
                  <a:pt x="122631" y="106680"/>
                </a:lnTo>
                <a:lnTo>
                  <a:pt x="153047" y="83820"/>
                </a:lnTo>
                <a:lnTo>
                  <a:pt x="157734" y="82550"/>
                </a:lnTo>
                <a:lnTo>
                  <a:pt x="190601" y="73660"/>
                </a:lnTo>
                <a:lnTo>
                  <a:pt x="190601" y="0"/>
                </a:lnTo>
                <a:lnTo>
                  <a:pt x="118999" y="0"/>
                </a:lnTo>
                <a:lnTo>
                  <a:pt x="118999" y="35560"/>
                </a:lnTo>
                <a:lnTo>
                  <a:pt x="118999" y="46990"/>
                </a:lnTo>
                <a:lnTo>
                  <a:pt x="114655" y="50800"/>
                </a:lnTo>
                <a:lnTo>
                  <a:pt x="58381" y="50800"/>
                </a:lnTo>
                <a:lnTo>
                  <a:pt x="54203" y="52070"/>
                </a:lnTo>
                <a:lnTo>
                  <a:pt x="52438" y="55880"/>
                </a:lnTo>
                <a:lnTo>
                  <a:pt x="50774" y="58420"/>
                </a:lnTo>
                <a:lnTo>
                  <a:pt x="50876" y="60960"/>
                </a:lnTo>
                <a:lnTo>
                  <a:pt x="50927" y="62230"/>
                </a:lnTo>
                <a:lnTo>
                  <a:pt x="51028" y="73660"/>
                </a:lnTo>
                <a:lnTo>
                  <a:pt x="50977" y="74295"/>
                </a:lnTo>
                <a:lnTo>
                  <a:pt x="50977" y="111760"/>
                </a:lnTo>
                <a:lnTo>
                  <a:pt x="50977" y="139700"/>
                </a:lnTo>
                <a:lnTo>
                  <a:pt x="46634" y="144780"/>
                </a:lnTo>
                <a:lnTo>
                  <a:pt x="36042" y="144780"/>
                </a:lnTo>
                <a:lnTo>
                  <a:pt x="31813" y="139700"/>
                </a:lnTo>
                <a:lnTo>
                  <a:pt x="31813" y="111760"/>
                </a:lnTo>
                <a:lnTo>
                  <a:pt x="36042" y="107950"/>
                </a:lnTo>
                <a:lnTo>
                  <a:pt x="46634" y="107950"/>
                </a:lnTo>
                <a:lnTo>
                  <a:pt x="50977" y="111760"/>
                </a:lnTo>
                <a:lnTo>
                  <a:pt x="50977" y="74295"/>
                </a:lnTo>
                <a:lnTo>
                  <a:pt x="50723" y="77470"/>
                </a:lnTo>
                <a:lnTo>
                  <a:pt x="50622" y="78740"/>
                </a:lnTo>
                <a:lnTo>
                  <a:pt x="46431" y="82550"/>
                </a:lnTo>
                <a:lnTo>
                  <a:pt x="35547" y="82550"/>
                </a:lnTo>
                <a:lnTo>
                  <a:pt x="31457" y="77470"/>
                </a:lnTo>
                <a:lnTo>
                  <a:pt x="31762" y="73660"/>
                </a:lnTo>
                <a:lnTo>
                  <a:pt x="31711" y="60960"/>
                </a:lnTo>
                <a:lnTo>
                  <a:pt x="31623" y="58420"/>
                </a:lnTo>
                <a:lnTo>
                  <a:pt x="31534" y="55880"/>
                </a:lnTo>
                <a:lnTo>
                  <a:pt x="31457" y="53340"/>
                </a:lnTo>
                <a:lnTo>
                  <a:pt x="35953" y="45720"/>
                </a:lnTo>
                <a:lnTo>
                  <a:pt x="41021" y="39370"/>
                </a:lnTo>
                <a:lnTo>
                  <a:pt x="47853" y="34290"/>
                </a:lnTo>
                <a:lnTo>
                  <a:pt x="55905" y="31750"/>
                </a:lnTo>
                <a:lnTo>
                  <a:pt x="114655" y="31750"/>
                </a:lnTo>
                <a:lnTo>
                  <a:pt x="118999" y="35560"/>
                </a:lnTo>
                <a:lnTo>
                  <a:pt x="118999" y="0"/>
                </a:lnTo>
                <a:lnTo>
                  <a:pt x="60553" y="0"/>
                </a:lnTo>
                <a:lnTo>
                  <a:pt x="37007" y="5080"/>
                </a:lnTo>
                <a:lnTo>
                  <a:pt x="17754" y="17780"/>
                </a:lnTo>
                <a:lnTo>
                  <a:pt x="4762" y="36830"/>
                </a:lnTo>
                <a:lnTo>
                  <a:pt x="0" y="60960"/>
                </a:lnTo>
                <a:lnTo>
                  <a:pt x="0" y="599440"/>
                </a:lnTo>
                <a:lnTo>
                  <a:pt x="4762" y="623570"/>
                </a:lnTo>
                <a:lnTo>
                  <a:pt x="17754" y="642620"/>
                </a:lnTo>
                <a:lnTo>
                  <a:pt x="37007" y="655320"/>
                </a:lnTo>
                <a:lnTo>
                  <a:pt x="60553" y="660400"/>
                </a:lnTo>
                <a:lnTo>
                  <a:pt x="294170" y="660400"/>
                </a:lnTo>
                <a:lnTo>
                  <a:pt x="273138" y="732790"/>
                </a:lnTo>
                <a:lnTo>
                  <a:pt x="246214" y="740410"/>
                </a:lnTo>
                <a:lnTo>
                  <a:pt x="224383" y="755650"/>
                </a:lnTo>
                <a:lnTo>
                  <a:pt x="209753" y="778510"/>
                </a:lnTo>
                <a:lnTo>
                  <a:pt x="204406" y="806450"/>
                </a:lnTo>
                <a:lnTo>
                  <a:pt x="204406" y="811530"/>
                </a:lnTo>
                <a:lnTo>
                  <a:pt x="208749" y="815340"/>
                </a:lnTo>
                <a:lnTo>
                  <a:pt x="606082" y="815340"/>
                </a:lnTo>
                <a:lnTo>
                  <a:pt x="610425" y="811530"/>
                </a:lnTo>
                <a:lnTo>
                  <a:pt x="610425" y="806450"/>
                </a:lnTo>
                <a:lnTo>
                  <a:pt x="590461" y="755650"/>
                </a:lnTo>
                <a:lnTo>
                  <a:pt x="590346" y="796290"/>
                </a:lnTo>
                <a:lnTo>
                  <a:pt x="224383" y="796290"/>
                </a:lnTo>
                <a:lnTo>
                  <a:pt x="230847" y="778510"/>
                </a:lnTo>
                <a:lnTo>
                  <a:pt x="242773" y="764540"/>
                </a:lnTo>
                <a:lnTo>
                  <a:pt x="258889" y="755650"/>
                </a:lnTo>
                <a:lnTo>
                  <a:pt x="277926" y="751840"/>
                </a:lnTo>
                <a:lnTo>
                  <a:pt x="536803" y="751840"/>
                </a:lnTo>
                <a:lnTo>
                  <a:pt x="555840" y="755650"/>
                </a:lnTo>
                <a:lnTo>
                  <a:pt x="571944" y="764540"/>
                </a:lnTo>
                <a:lnTo>
                  <a:pt x="583869" y="778510"/>
                </a:lnTo>
                <a:lnTo>
                  <a:pt x="590346" y="796290"/>
                </a:lnTo>
                <a:lnTo>
                  <a:pt x="590346" y="755573"/>
                </a:lnTo>
                <a:lnTo>
                  <a:pt x="585012" y="751840"/>
                </a:lnTo>
                <a:lnTo>
                  <a:pt x="568680" y="740410"/>
                </a:lnTo>
                <a:lnTo>
                  <a:pt x="541845" y="732790"/>
                </a:lnTo>
                <a:lnTo>
                  <a:pt x="520661" y="660400"/>
                </a:lnTo>
                <a:lnTo>
                  <a:pt x="754278" y="660400"/>
                </a:lnTo>
                <a:lnTo>
                  <a:pt x="777811" y="655320"/>
                </a:lnTo>
                <a:lnTo>
                  <a:pt x="797064" y="642620"/>
                </a:lnTo>
                <a:lnTo>
                  <a:pt x="797941" y="641350"/>
                </a:lnTo>
                <a:lnTo>
                  <a:pt x="810056" y="623570"/>
                </a:lnTo>
                <a:lnTo>
                  <a:pt x="814832" y="599440"/>
                </a:lnTo>
                <a:lnTo>
                  <a:pt x="814832" y="567690"/>
                </a:lnTo>
                <a:lnTo>
                  <a:pt x="814832" y="513080"/>
                </a:lnTo>
                <a:lnTo>
                  <a:pt x="814832" y="68580"/>
                </a:lnTo>
                <a:lnTo>
                  <a:pt x="814832" y="60960"/>
                </a:lnTo>
                <a:close/>
              </a:path>
            </a:pathLst>
          </a:custGeom>
          <a:solidFill>
            <a:srgbClr val="3F2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870393" y="3375188"/>
            <a:ext cx="435800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Organizer</a:t>
            </a:r>
            <a:r>
              <a:rPr dirty="0" sz="2400" spc="-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50">
                <a:solidFill>
                  <a:srgbClr val="2F2D2E"/>
                </a:solidFill>
                <a:latin typeface="Lucida Sans Unicode"/>
                <a:cs typeface="Lucida Sans Unicode"/>
              </a:rPr>
              <a:t>Command</a:t>
            </a:r>
            <a:r>
              <a:rPr dirty="0" sz="2400" spc="-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50">
                <a:solidFill>
                  <a:srgbClr val="2F2D2E"/>
                </a:solidFill>
                <a:latin typeface="Lucida Sans Unicode"/>
                <a:cs typeface="Lucida Sans Unicode"/>
              </a:rPr>
              <a:t>Center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1404" y="4674649"/>
            <a:ext cx="7756525" cy="1481455"/>
          </a:xfrm>
          <a:custGeom>
            <a:avLst/>
            <a:gdLst/>
            <a:ahLst/>
            <a:cxnLst/>
            <a:rect l="l" t="t" r="r" b="b"/>
            <a:pathLst>
              <a:path w="7756525" h="1481454">
                <a:moveTo>
                  <a:pt x="228600" y="0"/>
                </a:moveTo>
                <a:lnTo>
                  <a:pt x="7527899" y="0"/>
                </a:lnTo>
                <a:lnTo>
                  <a:pt x="7531646" y="0"/>
                </a:lnTo>
                <a:lnTo>
                  <a:pt x="7535379" y="88"/>
                </a:lnTo>
                <a:lnTo>
                  <a:pt x="7539113" y="279"/>
                </a:lnTo>
                <a:lnTo>
                  <a:pt x="7542860" y="457"/>
                </a:lnTo>
                <a:lnTo>
                  <a:pt x="7546581" y="736"/>
                </a:lnTo>
                <a:lnTo>
                  <a:pt x="7550302" y="1104"/>
                </a:lnTo>
                <a:lnTo>
                  <a:pt x="7554036" y="1473"/>
                </a:lnTo>
                <a:lnTo>
                  <a:pt x="7557744" y="1930"/>
                </a:lnTo>
                <a:lnTo>
                  <a:pt x="7561440" y="2476"/>
                </a:lnTo>
                <a:lnTo>
                  <a:pt x="7565135" y="3022"/>
                </a:lnTo>
                <a:lnTo>
                  <a:pt x="7568831" y="3657"/>
                </a:lnTo>
                <a:lnTo>
                  <a:pt x="7572502" y="4394"/>
                </a:lnTo>
                <a:lnTo>
                  <a:pt x="7576172" y="5118"/>
                </a:lnTo>
                <a:lnTo>
                  <a:pt x="7604912" y="13360"/>
                </a:lnTo>
                <a:lnTo>
                  <a:pt x="7608430" y="14617"/>
                </a:lnTo>
                <a:lnTo>
                  <a:pt x="7611922" y="15963"/>
                </a:lnTo>
                <a:lnTo>
                  <a:pt x="7615377" y="17399"/>
                </a:lnTo>
                <a:lnTo>
                  <a:pt x="7618831" y="18834"/>
                </a:lnTo>
                <a:lnTo>
                  <a:pt x="7622247" y="20345"/>
                </a:lnTo>
                <a:lnTo>
                  <a:pt x="7625638" y="21945"/>
                </a:lnTo>
                <a:lnTo>
                  <a:pt x="7629029" y="23545"/>
                </a:lnTo>
                <a:lnTo>
                  <a:pt x="7645425" y="32524"/>
                </a:lnTo>
                <a:lnTo>
                  <a:pt x="7648625" y="34442"/>
                </a:lnTo>
                <a:lnTo>
                  <a:pt x="7651788" y="36449"/>
                </a:lnTo>
                <a:lnTo>
                  <a:pt x="7654899" y="38531"/>
                </a:lnTo>
                <a:lnTo>
                  <a:pt x="7658011" y="40601"/>
                </a:lnTo>
                <a:lnTo>
                  <a:pt x="7672920" y="51892"/>
                </a:lnTo>
                <a:lnTo>
                  <a:pt x="7675816" y="54267"/>
                </a:lnTo>
                <a:lnTo>
                  <a:pt x="7678648" y="56705"/>
                </a:lnTo>
                <a:lnTo>
                  <a:pt x="7681417" y="59220"/>
                </a:lnTo>
                <a:lnTo>
                  <a:pt x="7684198" y="61734"/>
                </a:lnTo>
                <a:lnTo>
                  <a:pt x="7686903" y="64312"/>
                </a:lnTo>
                <a:lnTo>
                  <a:pt x="7689545" y="66954"/>
                </a:lnTo>
                <a:lnTo>
                  <a:pt x="7692186" y="69596"/>
                </a:lnTo>
                <a:lnTo>
                  <a:pt x="7717967" y="101600"/>
                </a:lnTo>
                <a:lnTo>
                  <a:pt x="7720050" y="104711"/>
                </a:lnTo>
                <a:lnTo>
                  <a:pt x="7722057" y="107861"/>
                </a:lnTo>
                <a:lnTo>
                  <a:pt x="7723974" y="111074"/>
                </a:lnTo>
                <a:lnTo>
                  <a:pt x="7725905" y="114287"/>
                </a:lnTo>
                <a:lnTo>
                  <a:pt x="7734554" y="130860"/>
                </a:lnTo>
                <a:lnTo>
                  <a:pt x="7736154" y="134239"/>
                </a:lnTo>
                <a:lnTo>
                  <a:pt x="7749641" y="173050"/>
                </a:lnTo>
                <a:lnTo>
                  <a:pt x="7750556" y="176682"/>
                </a:lnTo>
                <a:lnTo>
                  <a:pt x="7751381" y="180327"/>
                </a:lnTo>
                <a:lnTo>
                  <a:pt x="7752105" y="183997"/>
                </a:lnTo>
                <a:lnTo>
                  <a:pt x="7752842" y="187667"/>
                </a:lnTo>
                <a:lnTo>
                  <a:pt x="7753477" y="191350"/>
                </a:lnTo>
                <a:lnTo>
                  <a:pt x="7754023" y="195059"/>
                </a:lnTo>
                <a:lnTo>
                  <a:pt x="7754581" y="198755"/>
                </a:lnTo>
                <a:lnTo>
                  <a:pt x="7755039" y="202476"/>
                </a:lnTo>
                <a:lnTo>
                  <a:pt x="7755394" y="206197"/>
                </a:lnTo>
                <a:lnTo>
                  <a:pt x="7755763" y="209918"/>
                </a:lnTo>
                <a:lnTo>
                  <a:pt x="7756042" y="213652"/>
                </a:lnTo>
                <a:lnTo>
                  <a:pt x="7756232" y="217385"/>
                </a:lnTo>
                <a:lnTo>
                  <a:pt x="7756410" y="221119"/>
                </a:lnTo>
                <a:lnTo>
                  <a:pt x="7756499" y="224853"/>
                </a:lnTo>
                <a:lnTo>
                  <a:pt x="7756499" y="228600"/>
                </a:lnTo>
                <a:lnTo>
                  <a:pt x="7756499" y="1252283"/>
                </a:lnTo>
                <a:lnTo>
                  <a:pt x="7756499" y="1256030"/>
                </a:lnTo>
                <a:lnTo>
                  <a:pt x="7756410" y="1259763"/>
                </a:lnTo>
                <a:lnTo>
                  <a:pt x="7756232" y="1263510"/>
                </a:lnTo>
                <a:lnTo>
                  <a:pt x="7756042" y="1267244"/>
                </a:lnTo>
                <a:lnTo>
                  <a:pt x="7755763" y="1270977"/>
                </a:lnTo>
                <a:lnTo>
                  <a:pt x="7755394" y="1274699"/>
                </a:lnTo>
                <a:lnTo>
                  <a:pt x="7755039" y="1278420"/>
                </a:lnTo>
                <a:lnTo>
                  <a:pt x="7754581" y="1282128"/>
                </a:lnTo>
                <a:lnTo>
                  <a:pt x="7754023" y="1285824"/>
                </a:lnTo>
                <a:lnTo>
                  <a:pt x="7753477" y="1289532"/>
                </a:lnTo>
                <a:lnTo>
                  <a:pt x="7752842" y="1293215"/>
                </a:lnTo>
                <a:lnTo>
                  <a:pt x="7752105" y="1296885"/>
                </a:lnTo>
                <a:lnTo>
                  <a:pt x="7751381" y="1300556"/>
                </a:lnTo>
                <a:lnTo>
                  <a:pt x="7750568" y="1304201"/>
                </a:lnTo>
                <a:lnTo>
                  <a:pt x="7749654" y="1307833"/>
                </a:lnTo>
                <a:lnTo>
                  <a:pt x="7748739" y="1311465"/>
                </a:lnTo>
                <a:lnTo>
                  <a:pt x="7734554" y="1350022"/>
                </a:lnTo>
                <a:lnTo>
                  <a:pt x="7732953" y="1353413"/>
                </a:lnTo>
                <a:lnTo>
                  <a:pt x="7731277" y="1356753"/>
                </a:lnTo>
                <a:lnTo>
                  <a:pt x="7729512" y="1360043"/>
                </a:lnTo>
                <a:lnTo>
                  <a:pt x="7727746" y="1363345"/>
                </a:lnTo>
                <a:lnTo>
                  <a:pt x="7725905" y="1366596"/>
                </a:lnTo>
                <a:lnTo>
                  <a:pt x="7723974" y="1369809"/>
                </a:lnTo>
                <a:lnTo>
                  <a:pt x="7722057" y="1373022"/>
                </a:lnTo>
                <a:lnTo>
                  <a:pt x="7720050" y="1376184"/>
                </a:lnTo>
                <a:lnTo>
                  <a:pt x="7717967" y="1379296"/>
                </a:lnTo>
                <a:lnTo>
                  <a:pt x="7715897" y="1382395"/>
                </a:lnTo>
                <a:lnTo>
                  <a:pt x="7704607" y="1397304"/>
                </a:lnTo>
                <a:lnTo>
                  <a:pt x="7702232" y="1400200"/>
                </a:lnTo>
                <a:lnTo>
                  <a:pt x="7689545" y="1413929"/>
                </a:lnTo>
                <a:lnTo>
                  <a:pt x="7686903" y="1416583"/>
                </a:lnTo>
                <a:lnTo>
                  <a:pt x="7664081" y="1435900"/>
                </a:lnTo>
                <a:lnTo>
                  <a:pt x="7661071" y="1438135"/>
                </a:lnTo>
                <a:lnTo>
                  <a:pt x="7645425" y="1448358"/>
                </a:lnTo>
                <a:lnTo>
                  <a:pt x="7642212" y="1450289"/>
                </a:lnTo>
                <a:lnTo>
                  <a:pt x="7638961" y="1452130"/>
                </a:lnTo>
                <a:lnTo>
                  <a:pt x="7635659" y="1453896"/>
                </a:lnTo>
                <a:lnTo>
                  <a:pt x="7632369" y="1455661"/>
                </a:lnTo>
                <a:lnTo>
                  <a:pt x="7615377" y="1463484"/>
                </a:lnTo>
                <a:lnTo>
                  <a:pt x="7611922" y="1464919"/>
                </a:lnTo>
                <a:lnTo>
                  <a:pt x="7608430" y="1466265"/>
                </a:lnTo>
                <a:lnTo>
                  <a:pt x="7604912" y="1467523"/>
                </a:lnTo>
                <a:lnTo>
                  <a:pt x="7601394" y="1468780"/>
                </a:lnTo>
                <a:lnTo>
                  <a:pt x="7583436" y="1474038"/>
                </a:lnTo>
                <a:lnTo>
                  <a:pt x="7579817" y="1474952"/>
                </a:lnTo>
                <a:lnTo>
                  <a:pt x="7561440" y="1478407"/>
                </a:lnTo>
                <a:lnTo>
                  <a:pt x="7557744" y="1478965"/>
                </a:lnTo>
                <a:lnTo>
                  <a:pt x="7554036" y="1479423"/>
                </a:lnTo>
                <a:lnTo>
                  <a:pt x="7550302" y="1479778"/>
                </a:lnTo>
                <a:lnTo>
                  <a:pt x="7546581" y="1480159"/>
                </a:lnTo>
                <a:lnTo>
                  <a:pt x="7542860" y="1480426"/>
                </a:lnTo>
                <a:lnTo>
                  <a:pt x="7539113" y="1480616"/>
                </a:lnTo>
                <a:lnTo>
                  <a:pt x="7535379" y="1480794"/>
                </a:lnTo>
                <a:lnTo>
                  <a:pt x="7531646" y="1480883"/>
                </a:lnTo>
                <a:lnTo>
                  <a:pt x="7527899" y="1480883"/>
                </a:lnTo>
                <a:lnTo>
                  <a:pt x="228600" y="1480883"/>
                </a:lnTo>
                <a:lnTo>
                  <a:pt x="224853" y="1480883"/>
                </a:lnTo>
                <a:lnTo>
                  <a:pt x="221119" y="1480794"/>
                </a:lnTo>
                <a:lnTo>
                  <a:pt x="217385" y="1480616"/>
                </a:lnTo>
                <a:lnTo>
                  <a:pt x="213652" y="1480426"/>
                </a:lnTo>
                <a:lnTo>
                  <a:pt x="209918" y="1480159"/>
                </a:lnTo>
                <a:lnTo>
                  <a:pt x="206197" y="1479778"/>
                </a:lnTo>
                <a:lnTo>
                  <a:pt x="202476" y="1479423"/>
                </a:lnTo>
                <a:lnTo>
                  <a:pt x="198755" y="1478965"/>
                </a:lnTo>
                <a:lnTo>
                  <a:pt x="195059" y="1478407"/>
                </a:lnTo>
                <a:lnTo>
                  <a:pt x="191350" y="1477860"/>
                </a:lnTo>
                <a:lnTo>
                  <a:pt x="162242" y="1471041"/>
                </a:lnTo>
                <a:lnTo>
                  <a:pt x="158661" y="1469961"/>
                </a:lnTo>
                <a:lnTo>
                  <a:pt x="155105" y="1468780"/>
                </a:lnTo>
                <a:lnTo>
                  <a:pt x="151587" y="1467523"/>
                </a:lnTo>
                <a:lnTo>
                  <a:pt x="148069" y="1466265"/>
                </a:lnTo>
                <a:lnTo>
                  <a:pt x="144576" y="1464919"/>
                </a:lnTo>
                <a:lnTo>
                  <a:pt x="141122" y="1463484"/>
                </a:lnTo>
                <a:lnTo>
                  <a:pt x="137668" y="1462062"/>
                </a:lnTo>
                <a:lnTo>
                  <a:pt x="111074" y="1448358"/>
                </a:lnTo>
                <a:lnTo>
                  <a:pt x="107861" y="1446441"/>
                </a:lnTo>
                <a:lnTo>
                  <a:pt x="92417" y="1435900"/>
                </a:lnTo>
                <a:lnTo>
                  <a:pt x="89420" y="1433677"/>
                </a:lnTo>
                <a:lnTo>
                  <a:pt x="66954" y="1413929"/>
                </a:lnTo>
                <a:lnTo>
                  <a:pt x="64312" y="1411287"/>
                </a:lnTo>
                <a:lnTo>
                  <a:pt x="61734" y="1408582"/>
                </a:lnTo>
                <a:lnTo>
                  <a:pt x="59220" y="1405801"/>
                </a:lnTo>
                <a:lnTo>
                  <a:pt x="56705" y="1403032"/>
                </a:lnTo>
                <a:lnTo>
                  <a:pt x="54267" y="1400200"/>
                </a:lnTo>
                <a:lnTo>
                  <a:pt x="51892" y="1397304"/>
                </a:lnTo>
                <a:lnTo>
                  <a:pt x="49517" y="1394421"/>
                </a:lnTo>
                <a:lnTo>
                  <a:pt x="38531" y="1379296"/>
                </a:lnTo>
                <a:lnTo>
                  <a:pt x="36448" y="1376184"/>
                </a:lnTo>
                <a:lnTo>
                  <a:pt x="34442" y="1373022"/>
                </a:lnTo>
                <a:lnTo>
                  <a:pt x="32524" y="1369809"/>
                </a:lnTo>
                <a:lnTo>
                  <a:pt x="30594" y="1366596"/>
                </a:lnTo>
                <a:lnTo>
                  <a:pt x="21945" y="1350022"/>
                </a:lnTo>
                <a:lnTo>
                  <a:pt x="20345" y="1346644"/>
                </a:lnTo>
                <a:lnTo>
                  <a:pt x="18834" y="1343228"/>
                </a:lnTo>
                <a:lnTo>
                  <a:pt x="17399" y="1339761"/>
                </a:lnTo>
                <a:lnTo>
                  <a:pt x="15963" y="1336306"/>
                </a:lnTo>
                <a:lnTo>
                  <a:pt x="14617" y="1332826"/>
                </a:lnTo>
                <a:lnTo>
                  <a:pt x="13360" y="1329296"/>
                </a:lnTo>
                <a:lnTo>
                  <a:pt x="12103" y="1325778"/>
                </a:lnTo>
                <a:lnTo>
                  <a:pt x="4394" y="1296885"/>
                </a:lnTo>
                <a:lnTo>
                  <a:pt x="3657" y="1293215"/>
                </a:lnTo>
                <a:lnTo>
                  <a:pt x="3022" y="1289532"/>
                </a:lnTo>
                <a:lnTo>
                  <a:pt x="2476" y="1285824"/>
                </a:lnTo>
                <a:lnTo>
                  <a:pt x="1930" y="1282128"/>
                </a:lnTo>
                <a:lnTo>
                  <a:pt x="279" y="1263510"/>
                </a:lnTo>
                <a:lnTo>
                  <a:pt x="88" y="1259763"/>
                </a:lnTo>
                <a:lnTo>
                  <a:pt x="0" y="1256030"/>
                </a:lnTo>
                <a:lnTo>
                  <a:pt x="0" y="1252283"/>
                </a:lnTo>
                <a:lnTo>
                  <a:pt x="0" y="228600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5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8"/>
                </a:lnTo>
                <a:lnTo>
                  <a:pt x="20345" y="134239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600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1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6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9"/>
                </a:lnTo>
                <a:lnTo>
                  <a:pt x="107861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9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50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64233" y="4921028"/>
            <a:ext cx="7170420" cy="90551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395"/>
              </a:spcBef>
              <a:buFont typeface="Times New Roman"/>
              <a:buChar char="•"/>
              <a:tabLst>
                <a:tab pos="203200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Approvals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queue,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club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overview,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14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85">
                <a:solidFill>
                  <a:srgbClr val="2F2D2E"/>
                </a:solidFill>
                <a:latin typeface="Lucida Sans Unicode"/>
                <a:cs typeface="Lucida Sans Unicode"/>
              </a:rPr>
              <a:t>campus-</a:t>
            </a:r>
            <a:r>
              <a:rPr dirty="0" sz="1750" spc="75">
                <a:solidFill>
                  <a:srgbClr val="2F2D2E"/>
                </a:solidFill>
                <a:latin typeface="Lucida Sans Unicode"/>
                <a:cs typeface="Lucida Sans Unicode"/>
              </a:rPr>
              <a:t>wide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70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KPIs</a:t>
            </a:r>
            <a:endParaRPr sz="1750">
              <a:latin typeface="Lucida Sans Unicode"/>
              <a:cs typeface="Lucida Sans Unicode"/>
            </a:endParaRPr>
          </a:p>
          <a:p>
            <a:pPr marL="202565" marR="852805" indent="-190500">
              <a:lnSpc>
                <a:spcPct val="101200"/>
              </a:lnSpc>
              <a:spcBef>
                <a:spcPts val="27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Finance</a:t>
            </a:r>
            <a:r>
              <a:rPr dirty="0" sz="1750" spc="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visibility,</a:t>
            </a:r>
            <a:r>
              <a:rPr dirty="0" sz="1750" spc="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certificate</a:t>
            </a:r>
            <a:r>
              <a:rPr dirty="0" sz="1750" spc="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issuance,</a:t>
            </a:r>
            <a:r>
              <a:rPr dirty="0" sz="1750" spc="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14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75">
                <a:solidFill>
                  <a:srgbClr val="2F2D2E"/>
                </a:solidFill>
                <a:latin typeface="Lucida Sans Unicode"/>
                <a:cs typeface="Lucida Sans Unicode"/>
              </a:rPr>
              <a:t>governance </a:t>
            </a:r>
            <a:r>
              <a:rPr dirty="0" sz="1750" spc="75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analytics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620148" y="4674649"/>
            <a:ext cx="7756525" cy="1481455"/>
          </a:xfrm>
          <a:custGeom>
            <a:avLst/>
            <a:gdLst/>
            <a:ahLst/>
            <a:cxnLst/>
            <a:rect l="l" t="t" r="r" b="b"/>
            <a:pathLst>
              <a:path w="7756525" h="1481454">
                <a:moveTo>
                  <a:pt x="228600" y="0"/>
                </a:moveTo>
                <a:lnTo>
                  <a:pt x="7527899" y="0"/>
                </a:lnTo>
                <a:lnTo>
                  <a:pt x="7531646" y="0"/>
                </a:lnTo>
                <a:lnTo>
                  <a:pt x="7535379" y="88"/>
                </a:lnTo>
                <a:lnTo>
                  <a:pt x="7539113" y="279"/>
                </a:lnTo>
                <a:lnTo>
                  <a:pt x="7542847" y="457"/>
                </a:lnTo>
                <a:lnTo>
                  <a:pt x="7546581" y="736"/>
                </a:lnTo>
                <a:lnTo>
                  <a:pt x="7550302" y="1104"/>
                </a:lnTo>
                <a:lnTo>
                  <a:pt x="7554036" y="1473"/>
                </a:lnTo>
                <a:lnTo>
                  <a:pt x="7557744" y="1930"/>
                </a:lnTo>
                <a:lnTo>
                  <a:pt x="7561440" y="2476"/>
                </a:lnTo>
                <a:lnTo>
                  <a:pt x="7565135" y="3022"/>
                </a:lnTo>
                <a:lnTo>
                  <a:pt x="7568831" y="3657"/>
                </a:lnTo>
                <a:lnTo>
                  <a:pt x="7572502" y="4394"/>
                </a:lnTo>
                <a:lnTo>
                  <a:pt x="7576172" y="5118"/>
                </a:lnTo>
                <a:lnTo>
                  <a:pt x="7604912" y="13360"/>
                </a:lnTo>
                <a:lnTo>
                  <a:pt x="7608443" y="14617"/>
                </a:lnTo>
                <a:lnTo>
                  <a:pt x="7611922" y="15963"/>
                </a:lnTo>
                <a:lnTo>
                  <a:pt x="7615377" y="17399"/>
                </a:lnTo>
                <a:lnTo>
                  <a:pt x="7618831" y="18834"/>
                </a:lnTo>
                <a:lnTo>
                  <a:pt x="7622247" y="20345"/>
                </a:lnTo>
                <a:lnTo>
                  <a:pt x="7625638" y="21945"/>
                </a:lnTo>
                <a:lnTo>
                  <a:pt x="7629029" y="23545"/>
                </a:lnTo>
                <a:lnTo>
                  <a:pt x="7645425" y="32524"/>
                </a:lnTo>
                <a:lnTo>
                  <a:pt x="7648625" y="34442"/>
                </a:lnTo>
                <a:lnTo>
                  <a:pt x="7651788" y="36449"/>
                </a:lnTo>
                <a:lnTo>
                  <a:pt x="7654899" y="38531"/>
                </a:lnTo>
                <a:lnTo>
                  <a:pt x="7658011" y="40601"/>
                </a:lnTo>
                <a:lnTo>
                  <a:pt x="7672920" y="51892"/>
                </a:lnTo>
                <a:lnTo>
                  <a:pt x="7675816" y="54267"/>
                </a:lnTo>
                <a:lnTo>
                  <a:pt x="7678648" y="56705"/>
                </a:lnTo>
                <a:lnTo>
                  <a:pt x="7681417" y="59220"/>
                </a:lnTo>
                <a:lnTo>
                  <a:pt x="7684198" y="61734"/>
                </a:lnTo>
                <a:lnTo>
                  <a:pt x="7686903" y="64312"/>
                </a:lnTo>
                <a:lnTo>
                  <a:pt x="7689545" y="66954"/>
                </a:lnTo>
                <a:lnTo>
                  <a:pt x="7692186" y="69596"/>
                </a:lnTo>
                <a:lnTo>
                  <a:pt x="7717980" y="101600"/>
                </a:lnTo>
                <a:lnTo>
                  <a:pt x="7723974" y="111074"/>
                </a:lnTo>
                <a:lnTo>
                  <a:pt x="7725905" y="114287"/>
                </a:lnTo>
                <a:lnTo>
                  <a:pt x="7734541" y="130860"/>
                </a:lnTo>
                <a:lnTo>
                  <a:pt x="7736141" y="134239"/>
                </a:lnTo>
                <a:lnTo>
                  <a:pt x="7749641" y="173050"/>
                </a:lnTo>
                <a:lnTo>
                  <a:pt x="7750556" y="176682"/>
                </a:lnTo>
                <a:lnTo>
                  <a:pt x="7754023" y="195059"/>
                </a:lnTo>
                <a:lnTo>
                  <a:pt x="7754581" y="198755"/>
                </a:lnTo>
                <a:lnTo>
                  <a:pt x="7755039" y="202476"/>
                </a:lnTo>
                <a:lnTo>
                  <a:pt x="7755394" y="206197"/>
                </a:lnTo>
                <a:lnTo>
                  <a:pt x="7755763" y="209918"/>
                </a:lnTo>
                <a:lnTo>
                  <a:pt x="7756042" y="213652"/>
                </a:lnTo>
                <a:lnTo>
                  <a:pt x="7756232" y="217385"/>
                </a:lnTo>
                <a:lnTo>
                  <a:pt x="7756410" y="221119"/>
                </a:lnTo>
                <a:lnTo>
                  <a:pt x="7756499" y="224853"/>
                </a:lnTo>
                <a:lnTo>
                  <a:pt x="7756499" y="228600"/>
                </a:lnTo>
                <a:lnTo>
                  <a:pt x="7756499" y="1252283"/>
                </a:lnTo>
                <a:lnTo>
                  <a:pt x="7756499" y="1256030"/>
                </a:lnTo>
                <a:lnTo>
                  <a:pt x="7756410" y="1259763"/>
                </a:lnTo>
                <a:lnTo>
                  <a:pt x="7756232" y="1263510"/>
                </a:lnTo>
                <a:lnTo>
                  <a:pt x="7756042" y="1267244"/>
                </a:lnTo>
                <a:lnTo>
                  <a:pt x="7755763" y="1270977"/>
                </a:lnTo>
                <a:lnTo>
                  <a:pt x="7755394" y="1274699"/>
                </a:lnTo>
                <a:lnTo>
                  <a:pt x="7755039" y="1278420"/>
                </a:lnTo>
                <a:lnTo>
                  <a:pt x="7754581" y="1282128"/>
                </a:lnTo>
                <a:lnTo>
                  <a:pt x="7754023" y="1285824"/>
                </a:lnTo>
                <a:lnTo>
                  <a:pt x="7753477" y="1289532"/>
                </a:lnTo>
                <a:lnTo>
                  <a:pt x="7743139" y="1329296"/>
                </a:lnTo>
                <a:lnTo>
                  <a:pt x="7734541" y="1350022"/>
                </a:lnTo>
                <a:lnTo>
                  <a:pt x="7732953" y="1353413"/>
                </a:lnTo>
                <a:lnTo>
                  <a:pt x="7731277" y="1356753"/>
                </a:lnTo>
                <a:lnTo>
                  <a:pt x="7729512" y="1360043"/>
                </a:lnTo>
                <a:lnTo>
                  <a:pt x="7727746" y="1363345"/>
                </a:lnTo>
                <a:lnTo>
                  <a:pt x="7725905" y="1366596"/>
                </a:lnTo>
                <a:lnTo>
                  <a:pt x="7723974" y="1369809"/>
                </a:lnTo>
                <a:lnTo>
                  <a:pt x="7722057" y="1373022"/>
                </a:lnTo>
                <a:lnTo>
                  <a:pt x="7704607" y="1397304"/>
                </a:lnTo>
                <a:lnTo>
                  <a:pt x="7702232" y="1400200"/>
                </a:lnTo>
                <a:lnTo>
                  <a:pt x="7689545" y="1413929"/>
                </a:lnTo>
                <a:lnTo>
                  <a:pt x="7686903" y="1416583"/>
                </a:lnTo>
                <a:lnTo>
                  <a:pt x="7664081" y="1435900"/>
                </a:lnTo>
                <a:lnTo>
                  <a:pt x="7661071" y="1438135"/>
                </a:lnTo>
                <a:lnTo>
                  <a:pt x="7645425" y="1448358"/>
                </a:lnTo>
                <a:lnTo>
                  <a:pt x="7642212" y="1450289"/>
                </a:lnTo>
                <a:lnTo>
                  <a:pt x="7638961" y="1452130"/>
                </a:lnTo>
                <a:lnTo>
                  <a:pt x="7635659" y="1453896"/>
                </a:lnTo>
                <a:lnTo>
                  <a:pt x="7632369" y="1455661"/>
                </a:lnTo>
                <a:lnTo>
                  <a:pt x="7615377" y="1463484"/>
                </a:lnTo>
                <a:lnTo>
                  <a:pt x="7611922" y="1464919"/>
                </a:lnTo>
                <a:lnTo>
                  <a:pt x="7608443" y="1466265"/>
                </a:lnTo>
                <a:lnTo>
                  <a:pt x="7604912" y="1467523"/>
                </a:lnTo>
                <a:lnTo>
                  <a:pt x="7601394" y="1468780"/>
                </a:lnTo>
                <a:lnTo>
                  <a:pt x="7561440" y="1478407"/>
                </a:lnTo>
                <a:lnTo>
                  <a:pt x="7557744" y="1478965"/>
                </a:lnTo>
                <a:lnTo>
                  <a:pt x="7554036" y="1479423"/>
                </a:lnTo>
                <a:lnTo>
                  <a:pt x="7550302" y="1479778"/>
                </a:lnTo>
                <a:lnTo>
                  <a:pt x="7546581" y="1480159"/>
                </a:lnTo>
                <a:lnTo>
                  <a:pt x="7542847" y="1480426"/>
                </a:lnTo>
                <a:lnTo>
                  <a:pt x="7539113" y="1480616"/>
                </a:lnTo>
                <a:lnTo>
                  <a:pt x="7535379" y="1480794"/>
                </a:lnTo>
                <a:lnTo>
                  <a:pt x="7531646" y="1480883"/>
                </a:lnTo>
                <a:lnTo>
                  <a:pt x="7527899" y="1480883"/>
                </a:lnTo>
                <a:lnTo>
                  <a:pt x="228600" y="1480883"/>
                </a:lnTo>
                <a:lnTo>
                  <a:pt x="224853" y="1480883"/>
                </a:lnTo>
                <a:lnTo>
                  <a:pt x="221119" y="1480794"/>
                </a:lnTo>
                <a:lnTo>
                  <a:pt x="217385" y="1480616"/>
                </a:lnTo>
                <a:lnTo>
                  <a:pt x="213652" y="1480426"/>
                </a:lnTo>
                <a:lnTo>
                  <a:pt x="209918" y="1480159"/>
                </a:lnTo>
                <a:lnTo>
                  <a:pt x="206197" y="1479778"/>
                </a:lnTo>
                <a:lnTo>
                  <a:pt x="202476" y="1479423"/>
                </a:lnTo>
                <a:lnTo>
                  <a:pt x="198755" y="1478965"/>
                </a:lnTo>
                <a:lnTo>
                  <a:pt x="195059" y="1478407"/>
                </a:lnTo>
                <a:lnTo>
                  <a:pt x="191350" y="1477860"/>
                </a:lnTo>
                <a:lnTo>
                  <a:pt x="162242" y="1471041"/>
                </a:lnTo>
                <a:lnTo>
                  <a:pt x="158661" y="1469961"/>
                </a:lnTo>
                <a:lnTo>
                  <a:pt x="155105" y="1468780"/>
                </a:lnTo>
                <a:lnTo>
                  <a:pt x="151587" y="1467523"/>
                </a:lnTo>
                <a:lnTo>
                  <a:pt x="148069" y="1466265"/>
                </a:lnTo>
                <a:lnTo>
                  <a:pt x="144576" y="1464919"/>
                </a:lnTo>
                <a:lnTo>
                  <a:pt x="141122" y="1463484"/>
                </a:lnTo>
                <a:lnTo>
                  <a:pt x="137668" y="1462062"/>
                </a:lnTo>
                <a:lnTo>
                  <a:pt x="111074" y="1448358"/>
                </a:lnTo>
                <a:lnTo>
                  <a:pt x="107861" y="1446441"/>
                </a:lnTo>
                <a:lnTo>
                  <a:pt x="92417" y="1435900"/>
                </a:lnTo>
                <a:lnTo>
                  <a:pt x="89420" y="1433677"/>
                </a:lnTo>
                <a:lnTo>
                  <a:pt x="66954" y="1413929"/>
                </a:lnTo>
                <a:lnTo>
                  <a:pt x="64312" y="1411287"/>
                </a:lnTo>
                <a:lnTo>
                  <a:pt x="61734" y="1408582"/>
                </a:lnTo>
                <a:lnTo>
                  <a:pt x="59220" y="1405801"/>
                </a:lnTo>
                <a:lnTo>
                  <a:pt x="56705" y="1403032"/>
                </a:lnTo>
                <a:lnTo>
                  <a:pt x="54267" y="1400200"/>
                </a:lnTo>
                <a:lnTo>
                  <a:pt x="51892" y="1397304"/>
                </a:lnTo>
                <a:lnTo>
                  <a:pt x="49517" y="1394421"/>
                </a:lnTo>
                <a:lnTo>
                  <a:pt x="38531" y="1379296"/>
                </a:lnTo>
                <a:lnTo>
                  <a:pt x="36448" y="1376184"/>
                </a:lnTo>
                <a:lnTo>
                  <a:pt x="34442" y="1373022"/>
                </a:lnTo>
                <a:lnTo>
                  <a:pt x="32524" y="1369809"/>
                </a:lnTo>
                <a:lnTo>
                  <a:pt x="30594" y="1366596"/>
                </a:lnTo>
                <a:lnTo>
                  <a:pt x="21945" y="1350022"/>
                </a:lnTo>
                <a:lnTo>
                  <a:pt x="20345" y="1346644"/>
                </a:lnTo>
                <a:lnTo>
                  <a:pt x="18834" y="1343228"/>
                </a:lnTo>
                <a:lnTo>
                  <a:pt x="17399" y="1339761"/>
                </a:lnTo>
                <a:lnTo>
                  <a:pt x="15963" y="1336306"/>
                </a:lnTo>
                <a:lnTo>
                  <a:pt x="14617" y="1332826"/>
                </a:lnTo>
                <a:lnTo>
                  <a:pt x="13360" y="1329296"/>
                </a:lnTo>
                <a:lnTo>
                  <a:pt x="12103" y="1325778"/>
                </a:lnTo>
                <a:lnTo>
                  <a:pt x="4394" y="1296885"/>
                </a:lnTo>
                <a:lnTo>
                  <a:pt x="3657" y="1293215"/>
                </a:lnTo>
                <a:lnTo>
                  <a:pt x="3022" y="1289532"/>
                </a:lnTo>
                <a:lnTo>
                  <a:pt x="2476" y="1285824"/>
                </a:lnTo>
                <a:lnTo>
                  <a:pt x="1930" y="1282128"/>
                </a:lnTo>
                <a:lnTo>
                  <a:pt x="279" y="1263510"/>
                </a:lnTo>
                <a:lnTo>
                  <a:pt x="88" y="1259763"/>
                </a:lnTo>
                <a:lnTo>
                  <a:pt x="0" y="1256030"/>
                </a:lnTo>
                <a:lnTo>
                  <a:pt x="0" y="1252283"/>
                </a:lnTo>
                <a:lnTo>
                  <a:pt x="0" y="228600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5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8"/>
                </a:lnTo>
                <a:lnTo>
                  <a:pt x="20345" y="134239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600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1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6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9"/>
                </a:lnTo>
                <a:lnTo>
                  <a:pt x="107861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9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50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872948" y="4921028"/>
            <a:ext cx="6992620" cy="63563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395"/>
              </a:spcBef>
              <a:buFont typeface="Times New Roman"/>
              <a:buChar char="•"/>
              <a:tabLst>
                <a:tab pos="203200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Active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events,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registrations,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14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live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QR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check-in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progress</a:t>
            </a:r>
            <a:endParaRPr sz="1750">
              <a:latin typeface="Lucida Sans Unicode"/>
              <a:cs typeface="Lucida Sans Unicode"/>
            </a:endParaRPr>
          </a:p>
          <a:p>
            <a:pPr marL="203200" indent="-19050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03200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Volunteer</a:t>
            </a:r>
            <a:r>
              <a:rPr dirty="0" sz="1750" spc="-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roster,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70">
                <a:solidFill>
                  <a:srgbClr val="2F2D2E"/>
                </a:solidFill>
                <a:latin typeface="Lucida Sans Unicode"/>
                <a:cs typeface="Lucida Sans Unicode"/>
              </a:rPr>
              <a:t>budget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vs</a:t>
            </a:r>
            <a:r>
              <a:rPr dirty="0" sz="1750" spc="-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spend,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75">
                <a:solidFill>
                  <a:srgbClr val="2F2D2E"/>
                </a:solidFill>
                <a:latin typeface="Lucida Sans Unicode"/>
                <a:cs typeface="Lucida Sans Unicode"/>
              </a:rPr>
              <a:t>feedback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14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certificates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01928" y="6780948"/>
            <a:ext cx="815975" cy="815975"/>
          </a:xfrm>
          <a:custGeom>
            <a:avLst/>
            <a:gdLst/>
            <a:ahLst/>
            <a:cxnLst/>
            <a:rect l="l" t="t" r="r" b="b"/>
            <a:pathLst>
              <a:path w="815975" h="815975">
                <a:moveTo>
                  <a:pt x="176784" y="598347"/>
                </a:moveTo>
                <a:lnTo>
                  <a:pt x="67995" y="598347"/>
                </a:lnTo>
                <a:lnTo>
                  <a:pt x="67995" y="707136"/>
                </a:lnTo>
                <a:lnTo>
                  <a:pt x="176784" y="707136"/>
                </a:lnTo>
                <a:lnTo>
                  <a:pt x="176784" y="598347"/>
                </a:lnTo>
                <a:close/>
              </a:path>
              <a:path w="815975" h="815975">
                <a:moveTo>
                  <a:pt x="176784" y="421563"/>
                </a:moveTo>
                <a:lnTo>
                  <a:pt x="67995" y="421563"/>
                </a:lnTo>
                <a:lnTo>
                  <a:pt x="67995" y="530352"/>
                </a:lnTo>
                <a:lnTo>
                  <a:pt x="176784" y="530352"/>
                </a:lnTo>
                <a:lnTo>
                  <a:pt x="176784" y="421563"/>
                </a:lnTo>
                <a:close/>
              </a:path>
              <a:path w="815975" h="815975">
                <a:moveTo>
                  <a:pt x="339979" y="598347"/>
                </a:moveTo>
                <a:lnTo>
                  <a:pt x="231190" y="598347"/>
                </a:lnTo>
                <a:lnTo>
                  <a:pt x="231190" y="707136"/>
                </a:lnTo>
                <a:lnTo>
                  <a:pt x="339979" y="707136"/>
                </a:lnTo>
                <a:lnTo>
                  <a:pt x="339979" y="598347"/>
                </a:lnTo>
                <a:close/>
              </a:path>
              <a:path w="815975" h="815975">
                <a:moveTo>
                  <a:pt x="339979" y="421563"/>
                </a:moveTo>
                <a:lnTo>
                  <a:pt x="231190" y="421563"/>
                </a:lnTo>
                <a:lnTo>
                  <a:pt x="231190" y="530352"/>
                </a:lnTo>
                <a:lnTo>
                  <a:pt x="339979" y="530352"/>
                </a:lnTo>
                <a:lnTo>
                  <a:pt x="339979" y="421563"/>
                </a:lnTo>
                <a:close/>
              </a:path>
              <a:path w="815975" h="815975">
                <a:moveTo>
                  <a:pt x="580110" y="267487"/>
                </a:moveTo>
                <a:lnTo>
                  <a:pt x="579843" y="267347"/>
                </a:lnTo>
                <a:lnTo>
                  <a:pt x="579615" y="267195"/>
                </a:lnTo>
                <a:lnTo>
                  <a:pt x="578091" y="266395"/>
                </a:lnTo>
                <a:lnTo>
                  <a:pt x="576872" y="265849"/>
                </a:lnTo>
                <a:lnTo>
                  <a:pt x="574421" y="264223"/>
                </a:lnTo>
                <a:lnTo>
                  <a:pt x="573328" y="263131"/>
                </a:lnTo>
                <a:lnTo>
                  <a:pt x="572109" y="262178"/>
                </a:lnTo>
                <a:lnTo>
                  <a:pt x="570344" y="260692"/>
                </a:lnTo>
                <a:lnTo>
                  <a:pt x="568845" y="259194"/>
                </a:lnTo>
                <a:lnTo>
                  <a:pt x="567169" y="257200"/>
                </a:lnTo>
                <a:lnTo>
                  <a:pt x="520471" y="242074"/>
                </a:lnTo>
                <a:lnTo>
                  <a:pt x="482930" y="212344"/>
                </a:lnTo>
                <a:lnTo>
                  <a:pt x="457873" y="171323"/>
                </a:lnTo>
                <a:lnTo>
                  <a:pt x="448767" y="122389"/>
                </a:lnTo>
                <a:lnTo>
                  <a:pt x="448779" y="117411"/>
                </a:lnTo>
                <a:lnTo>
                  <a:pt x="448919" y="114884"/>
                </a:lnTo>
                <a:lnTo>
                  <a:pt x="449008" y="113258"/>
                </a:lnTo>
                <a:lnTo>
                  <a:pt x="449453" y="108788"/>
                </a:lnTo>
                <a:lnTo>
                  <a:pt x="298373" y="108788"/>
                </a:lnTo>
                <a:lnTo>
                  <a:pt x="285343" y="66014"/>
                </a:lnTo>
                <a:lnTo>
                  <a:pt x="271018" y="47510"/>
                </a:lnTo>
                <a:lnTo>
                  <a:pt x="271018" y="108788"/>
                </a:lnTo>
                <a:lnTo>
                  <a:pt x="243420" y="108788"/>
                </a:lnTo>
                <a:lnTo>
                  <a:pt x="220040" y="69977"/>
                </a:lnTo>
                <a:lnTo>
                  <a:pt x="176784" y="54394"/>
                </a:lnTo>
                <a:lnTo>
                  <a:pt x="150342" y="59753"/>
                </a:lnTo>
                <a:lnTo>
                  <a:pt x="128727" y="74333"/>
                </a:lnTo>
                <a:lnTo>
                  <a:pt x="114147" y="95948"/>
                </a:lnTo>
                <a:lnTo>
                  <a:pt x="108800" y="122389"/>
                </a:lnTo>
                <a:lnTo>
                  <a:pt x="114147" y="148831"/>
                </a:lnTo>
                <a:lnTo>
                  <a:pt x="128727" y="170446"/>
                </a:lnTo>
                <a:lnTo>
                  <a:pt x="150342" y="185039"/>
                </a:lnTo>
                <a:lnTo>
                  <a:pt x="176784" y="190385"/>
                </a:lnTo>
                <a:lnTo>
                  <a:pt x="184277" y="190385"/>
                </a:lnTo>
                <a:lnTo>
                  <a:pt x="190385" y="196481"/>
                </a:lnTo>
                <a:lnTo>
                  <a:pt x="190385" y="211467"/>
                </a:lnTo>
                <a:lnTo>
                  <a:pt x="184277" y="217576"/>
                </a:lnTo>
                <a:lnTo>
                  <a:pt x="176784" y="217576"/>
                </a:lnTo>
                <a:lnTo>
                  <a:pt x="139763" y="210083"/>
                </a:lnTo>
                <a:lnTo>
                  <a:pt x="109499" y="189674"/>
                </a:lnTo>
                <a:lnTo>
                  <a:pt x="89090" y="159410"/>
                </a:lnTo>
                <a:lnTo>
                  <a:pt x="81597" y="122389"/>
                </a:lnTo>
                <a:lnTo>
                  <a:pt x="89090" y="85369"/>
                </a:lnTo>
                <a:lnTo>
                  <a:pt x="109499" y="55105"/>
                </a:lnTo>
                <a:lnTo>
                  <a:pt x="139763" y="34683"/>
                </a:lnTo>
                <a:lnTo>
                  <a:pt x="176784" y="27190"/>
                </a:lnTo>
                <a:lnTo>
                  <a:pt x="210781" y="33464"/>
                </a:lnTo>
                <a:lnTo>
                  <a:pt x="239369" y="50711"/>
                </a:lnTo>
                <a:lnTo>
                  <a:pt x="260223" y="76606"/>
                </a:lnTo>
                <a:lnTo>
                  <a:pt x="271018" y="108788"/>
                </a:lnTo>
                <a:lnTo>
                  <a:pt x="271018" y="47510"/>
                </a:lnTo>
                <a:lnTo>
                  <a:pt x="258610" y="31483"/>
                </a:lnTo>
                <a:lnTo>
                  <a:pt x="251688" y="27190"/>
                </a:lnTo>
                <a:lnTo>
                  <a:pt x="221361" y="8407"/>
                </a:lnTo>
                <a:lnTo>
                  <a:pt x="176784" y="0"/>
                </a:lnTo>
                <a:lnTo>
                  <a:pt x="129197" y="9639"/>
                </a:lnTo>
                <a:lnTo>
                  <a:pt x="90284" y="35890"/>
                </a:lnTo>
                <a:lnTo>
                  <a:pt x="64033" y="74803"/>
                </a:lnTo>
                <a:lnTo>
                  <a:pt x="54406" y="122389"/>
                </a:lnTo>
                <a:lnTo>
                  <a:pt x="64033" y="169989"/>
                </a:lnTo>
                <a:lnTo>
                  <a:pt x="86969" y="203974"/>
                </a:lnTo>
                <a:lnTo>
                  <a:pt x="90385" y="208953"/>
                </a:lnTo>
                <a:lnTo>
                  <a:pt x="129197" y="235153"/>
                </a:lnTo>
                <a:lnTo>
                  <a:pt x="176771" y="244779"/>
                </a:lnTo>
                <a:lnTo>
                  <a:pt x="192646" y="241566"/>
                </a:lnTo>
                <a:lnTo>
                  <a:pt x="205625" y="232816"/>
                </a:lnTo>
                <a:lnTo>
                  <a:pt x="214376" y="219837"/>
                </a:lnTo>
                <a:lnTo>
                  <a:pt x="214833" y="217576"/>
                </a:lnTo>
                <a:lnTo>
                  <a:pt x="217589" y="203974"/>
                </a:lnTo>
                <a:lnTo>
                  <a:pt x="214376" y="188112"/>
                </a:lnTo>
                <a:lnTo>
                  <a:pt x="205625" y="175145"/>
                </a:lnTo>
                <a:lnTo>
                  <a:pt x="192646" y="166395"/>
                </a:lnTo>
                <a:lnTo>
                  <a:pt x="160921" y="159969"/>
                </a:lnTo>
                <a:lnTo>
                  <a:pt x="147955" y="151218"/>
                </a:lnTo>
                <a:lnTo>
                  <a:pt x="139204" y="138252"/>
                </a:lnTo>
                <a:lnTo>
                  <a:pt x="135991" y="122389"/>
                </a:lnTo>
                <a:lnTo>
                  <a:pt x="139204" y="106527"/>
                </a:lnTo>
                <a:lnTo>
                  <a:pt x="147955" y="93560"/>
                </a:lnTo>
                <a:lnTo>
                  <a:pt x="160921" y="84797"/>
                </a:lnTo>
                <a:lnTo>
                  <a:pt x="176784" y="81584"/>
                </a:lnTo>
                <a:lnTo>
                  <a:pt x="189445" y="83616"/>
                </a:lnTo>
                <a:lnTo>
                  <a:pt x="200456" y="89268"/>
                </a:lnTo>
                <a:lnTo>
                  <a:pt x="209207" y="97878"/>
                </a:lnTo>
                <a:lnTo>
                  <a:pt x="215087" y="108788"/>
                </a:lnTo>
                <a:lnTo>
                  <a:pt x="153377" y="108788"/>
                </a:lnTo>
                <a:lnTo>
                  <a:pt x="151028" y="112801"/>
                </a:lnTo>
                <a:lnTo>
                  <a:pt x="149593" y="117411"/>
                </a:lnTo>
                <a:lnTo>
                  <a:pt x="149593" y="122389"/>
                </a:lnTo>
                <a:lnTo>
                  <a:pt x="151726" y="132969"/>
                </a:lnTo>
                <a:lnTo>
                  <a:pt x="157556" y="141617"/>
                </a:lnTo>
                <a:lnTo>
                  <a:pt x="166204" y="147447"/>
                </a:lnTo>
                <a:lnTo>
                  <a:pt x="197942" y="153860"/>
                </a:lnTo>
                <a:lnTo>
                  <a:pt x="215239" y="165531"/>
                </a:lnTo>
                <a:lnTo>
                  <a:pt x="226910" y="182829"/>
                </a:lnTo>
                <a:lnTo>
                  <a:pt x="231190" y="203974"/>
                </a:lnTo>
                <a:lnTo>
                  <a:pt x="231190" y="208953"/>
                </a:lnTo>
                <a:lnTo>
                  <a:pt x="230301" y="213690"/>
                </a:lnTo>
                <a:lnTo>
                  <a:pt x="229031" y="218274"/>
                </a:lnTo>
                <a:lnTo>
                  <a:pt x="230428" y="222338"/>
                </a:lnTo>
                <a:lnTo>
                  <a:pt x="231190" y="226656"/>
                </a:lnTo>
                <a:lnTo>
                  <a:pt x="231190" y="231178"/>
                </a:lnTo>
                <a:lnTo>
                  <a:pt x="221259" y="257556"/>
                </a:lnTo>
                <a:lnTo>
                  <a:pt x="220853" y="258102"/>
                </a:lnTo>
                <a:lnTo>
                  <a:pt x="219494" y="259600"/>
                </a:lnTo>
                <a:lnTo>
                  <a:pt x="216636" y="262178"/>
                </a:lnTo>
                <a:lnTo>
                  <a:pt x="215404" y="263131"/>
                </a:lnTo>
                <a:lnTo>
                  <a:pt x="214325" y="264223"/>
                </a:lnTo>
                <a:lnTo>
                  <a:pt x="211874" y="265849"/>
                </a:lnTo>
                <a:lnTo>
                  <a:pt x="210654" y="266395"/>
                </a:lnTo>
                <a:lnTo>
                  <a:pt x="209169" y="267195"/>
                </a:lnTo>
                <a:lnTo>
                  <a:pt x="208203" y="267627"/>
                </a:lnTo>
                <a:lnTo>
                  <a:pt x="207111" y="268300"/>
                </a:lnTo>
                <a:lnTo>
                  <a:pt x="206032" y="268846"/>
                </a:lnTo>
                <a:lnTo>
                  <a:pt x="204800" y="269392"/>
                </a:lnTo>
                <a:lnTo>
                  <a:pt x="202361" y="269938"/>
                </a:lnTo>
                <a:lnTo>
                  <a:pt x="200990" y="270344"/>
                </a:lnTo>
                <a:lnTo>
                  <a:pt x="199631" y="270891"/>
                </a:lnTo>
                <a:lnTo>
                  <a:pt x="196913" y="271424"/>
                </a:lnTo>
                <a:lnTo>
                  <a:pt x="195414" y="271424"/>
                </a:lnTo>
                <a:lnTo>
                  <a:pt x="193929" y="271564"/>
                </a:lnTo>
                <a:lnTo>
                  <a:pt x="191617" y="271843"/>
                </a:lnTo>
                <a:lnTo>
                  <a:pt x="189166" y="271843"/>
                </a:lnTo>
                <a:lnTo>
                  <a:pt x="186855" y="271564"/>
                </a:lnTo>
                <a:lnTo>
                  <a:pt x="185356" y="271424"/>
                </a:lnTo>
                <a:lnTo>
                  <a:pt x="183857" y="271424"/>
                </a:lnTo>
                <a:lnTo>
                  <a:pt x="181140" y="270891"/>
                </a:lnTo>
                <a:lnTo>
                  <a:pt x="179781" y="270344"/>
                </a:lnTo>
                <a:lnTo>
                  <a:pt x="178422" y="269938"/>
                </a:lnTo>
                <a:lnTo>
                  <a:pt x="175971" y="269392"/>
                </a:lnTo>
                <a:lnTo>
                  <a:pt x="174752" y="268846"/>
                </a:lnTo>
                <a:lnTo>
                  <a:pt x="173659" y="268300"/>
                </a:lnTo>
                <a:lnTo>
                  <a:pt x="172580" y="267627"/>
                </a:lnTo>
                <a:lnTo>
                  <a:pt x="171602" y="267195"/>
                </a:lnTo>
                <a:lnTo>
                  <a:pt x="170129" y="266395"/>
                </a:lnTo>
                <a:lnTo>
                  <a:pt x="168897" y="265849"/>
                </a:lnTo>
                <a:lnTo>
                  <a:pt x="166458" y="264223"/>
                </a:lnTo>
                <a:lnTo>
                  <a:pt x="165366" y="263131"/>
                </a:lnTo>
                <a:lnTo>
                  <a:pt x="164147" y="262178"/>
                </a:lnTo>
                <a:lnTo>
                  <a:pt x="162369" y="260692"/>
                </a:lnTo>
                <a:lnTo>
                  <a:pt x="160883" y="259194"/>
                </a:lnTo>
                <a:lnTo>
                  <a:pt x="159207" y="257200"/>
                </a:lnTo>
                <a:lnTo>
                  <a:pt x="112509" y="242074"/>
                </a:lnTo>
                <a:lnTo>
                  <a:pt x="74968" y="212344"/>
                </a:lnTo>
                <a:lnTo>
                  <a:pt x="49911" y="171323"/>
                </a:lnTo>
                <a:lnTo>
                  <a:pt x="40805" y="122389"/>
                </a:lnTo>
                <a:lnTo>
                  <a:pt x="40817" y="117411"/>
                </a:lnTo>
                <a:lnTo>
                  <a:pt x="40957" y="114884"/>
                </a:lnTo>
                <a:lnTo>
                  <a:pt x="41046" y="113258"/>
                </a:lnTo>
                <a:lnTo>
                  <a:pt x="41490" y="108788"/>
                </a:lnTo>
                <a:lnTo>
                  <a:pt x="6096" y="108788"/>
                </a:lnTo>
                <a:lnTo>
                  <a:pt x="0" y="114884"/>
                </a:lnTo>
                <a:lnTo>
                  <a:pt x="0" y="782637"/>
                </a:lnTo>
                <a:lnTo>
                  <a:pt x="6096" y="788733"/>
                </a:lnTo>
                <a:lnTo>
                  <a:pt x="445579" y="788733"/>
                </a:lnTo>
                <a:lnTo>
                  <a:pt x="440867" y="782421"/>
                </a:lnTo>
                <a:lnTo>
                  <a:pt x="436613" y="775766"/>
                </a:lnTo>
                <a:lnTo>
                  <a:pt x="432854" y="768794"/>
                </a:lnTo>
                <a:lnTo>
                  <a:pt x="429590" y="761530"/>
                </a:lnTo>
                <a:lnTo>
                  <a:pt x="27203" y="761530"/>
                </a:lnTo>
                <a:lnTo>
                  <a:pt x="27203" y="353568"/>
                </a:lnTo>
                <a:lnTo>
                  <a:pt x="421563" y="353568"/>
                </a:lnTo>
                <a:lnTo>
                  <a:pt x="421563" y="336702"/>
                </a:lnTo>
                <a:lnTo>
                  <a:pt x="422109" y="333578"/>
                </a:lnTo>
                <a:lnTo>
                  <a:pt x="423468" y="330314"/>
                </a:lnTo>
                <a:lnTo>
                  <a:pt x="423748" y="329361"/>
                </a:lnTo>
                <a:lnTo>
                  <a:pt x="425780" y="325551"/>
                </a:lnTo>
                <a:lnTo>
                  <a:pt x="427012" y="323786"/>
                </a:lnTo>
                <a:lnTo>
                  <a:pt x="429183" y="321195"/>
                </a:lnTo>
                <a:lnTo>
                  <a:pt x="429996" y="320522"/>
                </a:lnTo>
                <a:lnTo>
                  <a:pt x="430809" y="319709"/>
                </a:lnTo>
                <a:lnTo>
                  <a:pt x="432308" y="318350"/>
                </a:lnTo>
                <a:lnTo>
                  <a:pt x="434213" y="317119"/>
                </a:lnTo>
                <a:lnTo>
                  <a:pt x="436257" y="316039"/>
                </a:lnTo>
                <a:lnTo>
                  <a:pt x="436664" y="315760"/>
                </a:lnTo>
                <a:lnTo>
                  <a:pt x="438429" y="314807"/>
                </a:lnTo>
                <a:lnTo>
                  <a:pt x="440194" y="314134"/>
                </a:lnTo>
                <a:lnTo>
                  <a:pt x="567042" y="271843"/>
                </a:lnTo>
                <a:lnTo>
                  <a:pt x="580110" y="267487"/>
                </a:lnTo>
                <a:close/>
              </a:path>
              <a:path w="815975" h="815975">
                <a:moveTo>
                  <a:pt x="788733" y="553758"/>
                </a:moveTo>
                <a:lnTo>
                  <a:pt x="784707" y="556120"/>
                </a:lnTo>
                <a:lnTo>
                  <a:pt x="780097" y="557555"/>
                </a:lnTo>
                <a:lnTo>
                  <a:pt x="761530" y="557555"/>
                </a:lnTo>
                <a:lnTo>
                  <a:pt x="761530" y="611949"/>
                </a:lnTo>
                <a:lnTo>
                  <a:pt x="788733" y="611949"/>
                </a:lnTo>
                <a:lnTo>
                  <a:pt x="788733" y="553758"/>
                </a:lnTo>
                <a:close/>
              </a:path>
              <a:path w="815975" h="815975">
                <a:moveTo>
                  <a:pt x="788733" y="363156"/>
                </a:moveTo>
                <a:lnTo>
                  <a:pt x="785533" y="365175"/>
                </a:lnTo>
                <a:lnTo>
                  <a:pt x="761530" y="373138"/>
                </a:lnTo>
                <a:lnTo>
                  <a:pt x="761530" y="448767"/>
                </a:lnTo>
                <a:lnTo>
                  <a:pt x="780097" y="448767"/>
                </a:lnTo>
                <a:lnTo>
                  <a:pt x="784707" y="450202"/>
                </a:lnTo>
                <a:lnTo>
                  <a:pt x="788733" y="452551"/>
                </a:lnTo>
                <a:lnTo>
                  <a:pt x="788733" y="363156"/>
                </a:lnTo>
                <a:close/>
              </a:path>
              <a:path w="815975" h="815975">
                <a:moveTo>
                  <a:pt x="788733" y="114884"/>
                </a:moveTo>
                <a:lnTo>
                  <a:pt x="782637" y="108788"/>
                </a:lnTo>
                <a:lnTo>
                  <a:pt x="706335" y="108788"/>
                </a:lnTo>
                <a:lnTo>
                  <a:pt x="693305" y="66014"/>
                </a:lnTo>
                <a:lnTo>
                  <a:pt x="678853" y="47358"/>
                </a:lnTo>
                <a:lnTo>
                  <a:pt x="678853" y="108788"/>
                </a:lnTo>
                <a:lnTo>
                  <a:pt x="651370" y="108788"/>
                </a:lnTo>
                <a:lnTo>
                  <a:pt x="628002" y="69977"/>
                </a:lnTo>
                <a:lnTo>
                  <a:pt x="584746" y="54394"/>
                </a:lnTo>
                <a:lnTo>
                  <a:pt x="558304" y="59753"/>
                </a:lnTo>
                <a:lnTo>
                  <a:pt x="536689" y="74333"/>
                </a:lnTo>
                <a:lnTo>
                  <a:pt x="522109" y="95948"/>
                </a:lnTo>
                <a:lnTo>
                  <a:pt x="516750" y="122389"/>
                </a:lnTo>
                <a:lnTo>
                  <a:pt x="522109" y="148831"/>
                </a:lnTo>
                <a:lnTo>
                  <a:pt x="536689" y="170446"/>
                </a:lnTo>
                <a:lnTo>
                  <a:pt x="558304" y="185039"/>
                </a:lnTo>
                <a:lnTo>
                  <a:pt x="584746" y="190385"/>
                </a:lnTo>
                <a:lnTo>
                  <a:pt x="592239" y="190385"/>
                </a:lnTo>
                <a:lnTo>
                  <a:pt x="598347" y="196494"/>
                </a:lnTo>
                <a:lnTo>
                  <a:pt x="598347" y="211480"/>
                </a:lnTo>
                <a:lnTo>
                  <a:pt x="592239" y="217576"/>
                </a:lnTo>
                <a:lnTo>
                  <a:pt x="584746" y="217576"/>
                </a:lnTo>
                <a:lnTo>
                  <a:pt x="547738" y="210083"/>
                </a:lnTo>
                <a:lnTo>
                  <a:pt x="517474" y="189661"/>
                </a:lnTo>
                <a:lnTo>
                  <a:pt x="497052" y="159410"/>
                </a:lnTo>
                <a:lnTo>
                  <a:pt x="489559" y="122389"/>
                </a:lnTo>
                <a:lnTo>
                  <a:pt x="497052" y="85369"/>
                </a:lnTo>
                <a:lnTo>
                  <a:pt x="517474" y="55118"/>
                </a:lnTo>
                <a:lnTo>
                  <a:pt x="547738" y="34696"/>
                </a:lnTo>
                <a:lnTo>
                  <a:pt x="584746" y="27203"/>
                </a:lnTo>
                <a:lnTo>
                  <a:pt x="618718" y="33477"/>
                </a:lnTo>
                <a:lnTo>
                  <a:pt x="647268" y="50723"/>
                </a:lnTo>
                <a:lnTo>
                  <a:pt x="668083" y="76606"/>
                </a:lnTo>
                <a:lnTo>
                  <a:pt x="678853" y="108788"/>
                </a:lnTo>
                <a:lnTo>
                  <a:pt x="678853" y="47358"/>
                </a:lnTo>
                <a:lnTo>
                  <a:pt x="666572" y="31483"/>
                </a:lnTo>
                <a:lnTo>
                  <a:pt x="659663" y="27203"/>
                </a:lnTo>
                <a:lnTo>
                  <a:pt x="629323" y="8407"/>
                </a:lnTo>
                <a:lnTo>
                  <a:pt x="584746" y="0"/>
                </a:lnTo>
                <a:lnTo>
                  <a:pt x="537159" y="9639"/>
                </a:lnTo>
                <a:lnTo>
                  <a:pt x="498246" y="35890"/>
                </a:lnTo>
                <a:lnTo>
                  <a:pt x="471995" y="74803"/>
                </a:lnTo>
                <a:lnTo>
                  <a:pt x="462356" y="122389"/>
                </a:lnTo>
                <a:lnTo>
                  <a:pt x="471995" y="169976"/>
                </a:lnTo>
                <a:lnTo>
                  <a:pt x="494944" y="203987"/>
                </a:lnTo>
                <a:lnTo>
                  <a:pt x="498348" y="208953"/>
                </a:lnTo>
                <a:lnTo>
                  <a:pt x="537159" y="235140"/>
                </a:lnTo>
                <a:lnTo>
                  <a:pt x="584733" y="244792"/>
                </a:lnTo>
                <a:lnTo>
                  <a:pt x="600608" y="241566"/>
                </a:lnTo>
                <a:lnTo>
                  <a:pt x="625538" y="203987"/>
                </a:lnTo>
                <a:lnTo>
                  <a:pt x="600608" y="166395"/>
                </a:lnTo>
                <a:lnTo>
                  <a:pt x="568883" y="159969"/>
                </a:lnTo>
                <a:lnTo>
                  <a:pt x="555917" y="151218"/>
                </a:lnTo>
                <a:lnTo>
                  <a:pt x="547166" y="138252"/>
                </a:lnTo>
                <a:lnTo>
                  <a:pt x="543953" y="122389"/>
                </a:lnTo>
                <a:lnTo>
                  <a:pt x="547166" y="106527"/>
                </a:lnTo>
                <a:lnTo>
                  <a:pt x="555917" y="93560"/>
                </a:lnTo>
                <a:lnTo>
                  <a:pt x="568883" y="84810"/>
                </a:lnTo>
                <a:lnTo>
                  <a:pt x="584746" y="81597"/>
                </a:lnTo>
                <a:lnTo>
                  <a:pt x="597408" y="83629"/>
                </a:lnTo>
                <a:lnTo>
                  <a:pt x="608418" y="89268"/>
                </a:lnTo>
                <a:lnTo>
                  <a:pt x="617169" y="97878"/>
                </a:lnTo>
                <a:lnTo>
                  <a:pt x="623036" y="108788"/>
                </a:lnTo>
                <a:lnTo>
                  <a:pt x="561327" y="108788"/>
                </a:lnTo>
                <a:lnTo>
                  <a:pt x="558990" y="112801"/>
                </a:lnTo>
                <a:lnTo>
                  <a:pt x="557542" y="117411"/>
                </a:lnTo>
                <a:lnTo>
                  <a:pt x="557542" y="122389"/>
                </a:lnTo>
                <a:lnTo>
                  <a:pt x="559689" y="132969"/>
                </a:lnTo>
                <a:lnTo>
                  <a:pt x="565518" y="141605"/>
                </a:lnTo>
                <a:lnTo>
                  <a:pt x="574167" y="147447"/>
                </a:lnTo>
                <a:lnTo>
                  <a:pt x="605904" y="153860"/>
                </a:lnTo>
                <a:lnTo>
                  <a:pt x="623201" y="165531"/>
                </a:lnTo>
                <a:lnTo>
                  <a:pt x="634860" y="182829"/>
                </a:lnTo>
                <a:lnTo>
                  <a:pt x="639140" y="203987"/>
                </a:lnTo>
                <a:lnTo>
                  <a:pt x="639140" y="208953"/>
                </a:lnTo>
                <a:lnTo>
                  <a:pt x="638251" y="213690"/>
                </a:lnTo>
                <a:lnTo>
                  <a:pt x="636993" y="218274"/>
                </a:lnTo>
                <a:lnTo>
                  <a:pt x="638378" y="222338"/>
                </a:lnTo>
                <a:lnTo>
                  <a:pt x="639140" y="226669"/>
                </a:lnTo>
                <a:lnTo>
                  <a:pt x="639140" y="231178"/>
                </a:lnTo>
                <a:lnTo>
                  <a:pt x="629208" y="257556"/>
                </a:lnTo>
                <a:lnTo>
                  <a:pt x="628802" y="258102"/>
                </a:lnTo>
                <a:lnTo>
                  <a:pt x="627722" y="259295"/>
                </a:lnTo>
                <a:lnTo>
                  <a:pt x="625424" y="261366"/>
                </a:lnTo>
                <a:lnTo>
                  <a:pt x="785533" y="314756"/>
                </a:lnTo>
                <a:lnTo>
                  <a:pt x="787107" y="315823"/>
                </a:lnTo>
                <a:lnTo>
                  <a:pt x="788733" y="316776"/>
                </a:lnTo>
                <a:lnTo>
                  <a:pt x="788733" y="114884"/>
                </a:lnTo>
                <a:close/>
              </a:path>
              <a:path w="815975" h="815975">
                <a:moveTo>
                  <a:pt x="815936" y="631672"/>
                </a:moveTo>
                <a:lnTo>
                  <a:pt x="809815" y="625551"/>
                </a:lnTo>
                <a:lnTo>
                  <a:pt x="761542" y="625551"/>
                </a:lnTo>
                <a:lnTo>
                  <a:pt x="761542" y="707148"/>
                </a:lnTo>
                <a:lnTo>
                  <a:pt x="761542" y="734339"/>
                </a:lnTo>
                <a:lnTo>
                  <a:pt x="522884" y="734339"/>
                </a:lnTo>
                <a:lnTo>
                  <a:pt x="516763" y="728218"/>
                </a:lnTo>
                <a:lnTo>
                  <a:pt x="516763" y="713257"/>
                </a:lnTo>
                <a:lnTo>
                  <a:pt x="522884" y="707148"/>
                </a:lnTo>
                <a:lnTo>
                  <a:pt x="761542" y="707148"/>
                </a:lnTo>
                <a:lnTo>
                  <a:pt x="761542" y="625551"/>
                </a:lnTo>
                <a:lnTo>
                  <a:pt x="720331" y="625551"/>
                </a:lnTo>
                <a:lnTo>
                  <a:pt x="726186" y="616521"/>
                </a:lnTo>
                <a:lnTo>
                  <a:pt x="730592" y="606628"/>
                </a:lnTo>
                <a:lnTo>
                  <a:pt x="733374" y="596011"/>
                </a:lnTo>
                <a:lnTo>
                  <a:pt x="734339" y="584758"/>
                </a:lnTo>
                <a:lnTo>
                  <a:pt x="733374" y="573506"/>
                </a:lnTo>
                <a:lnTo>
                  <a:pt x="730592" y="562876"/>
                </a:lnTo>
                <a:lnTo>
                  <a:pt x="726186" y="552983"/>
                </a:lnTo>
                <a:lnTo>
                  <a:pt x="720331" y="543953"/>
                </a:lnTo>
                <a:lnTo>
                  <a:pt x="782612" y="543953"/>
                </a:lnTo>
                <a:lnTo>
                  <a:pt x="788733" y="537845"/>
                </a:lnTo>
                <a:lnTo>
                  <a:pt x="788733" y="468490"/>
                </a:lnTo>
                <a:lnTo>
                  <a:pt x="782612" y="462368"/>
                </a:lnTo>
                <a:lnTo>
                  <a:pt x="734339" y="462368"/>
                </a:lnTo>
                <a:lnTo>
                  <a:pt x="734339" y="376961"/>
                </a:lnTo>
                <a:lnTo>
                  <a:pt x="734339" y="367855"/>
                </a:lnTo>
                <a:lnTo>
                  <a:pt x="779487" y="352894"/>
                </a:lnTo>
                <a:lnTo>
                  <a:pt x="784923" y="350989"/>
                </a:lnTo>
                <a:lnTo>
                  <a:pt x="788733" y="345821"/>
                </a:lnTo>
                <a:lnTo>
                  <a:pt x="788733" y="334124"/>
                </a:lnTo>
                <a:lnTo>
                  <a:pt x="784923" y="328955"/>
                </a:lnTo>
                <a:lnTo>
                  <a:pt x="779487" y="327063"/>
                </a:lnTo>
                <a:lnTo>
                  <a:pt x="732028" y="311251"/>
                </a:lnTo>
                <a:lnTo>
                  <a:pt x="732028" y="339979"/>
                </a:lnTo>
                <a:lnTo>
                  <a:pt x="707148" y="348297"/>
                </a:lnTo>
                <a:lnTo>
                  <a:pt x="707148" y="376961"/>
                </a:lnTo>
                <a:lnTo>
                  <a:pt x="707148" y="462368"/>
                </a:lnTo>
                <a:lnTo>
                  <a:pt x="707148" y="584758"/>
                </a:lnTo>
                <a:lnTo>
                  <a:pt x="703922" y="600595"/>
                </a:lnTo>
                <a:lnTo>
                  <a:pt x="695159" y="613562"/>
                </a:lnTo>
                <a:lnTo>
                  <a:pt x="682180" y="622325"/>
                </a:lnTo>
                <a:lnTo>
                  <a:pt x="666343" y="625551"/>
                </a:lnTo>
                <a:lnTo>
                  <a:pt x="435165" y="625551"/>
                </a:lnTo>
                <a:lnTo>
                  <a:pt x="435165" y="598347"/>
                </a:lnTo>
                <a:lnTo>
                  <a:pt x="673823" y="598347"/>
                </a:lnTo>
                <a:lnTo>
                  <a:pt x="679945" y="592239"/>
                </a:lnTo>
                <a:lnTo>
                  <a:pt x="679945" y="577278"/>
                </a:lnTo>
                <a:lnTo>
                  <a:pt x="673823" y="571157"/>
                </a:lnTo>
                <a:lnTo>
                  <a:pt x="435165" y="571157"/>
                </a:lnTo>
                <a:lnTo>
                  <a:pt x="435165" y="543953"/>
                </a:lnTo>
                <a:lnTo>
                  <a:pt x="666343" y="543953"/>
                </a:lnTo>
                <a:lnTo>
                  <a:pt x="682180" y="547166"/>
                </a:lnTo>
                <a:lnTo>
                  <a:pt x="695159" y="555929"/>
                </a:lnTo>
                <a:lnTo>
                  <a:pt x="703922" y="568909"/>
                </a:lnTo>
                <a:lnTo>
                  <a:pt x="707148" y="584758"/>
                </a:lnTo>
                <a:lnTo>
                  <a:pt x="707148" y="462368"/>
                </a:lnTo>
                <a:lnTo>
                  <a:pt x="516763" y="462368"/>
                </a:lnTo>
                <a:lnTo>
                  <a:pt x="516763" y="376961"/>
                </a:lnTo>
                <a:lnTo>
                  <a:pt x="607606" y="407289"/>
                </a:lnTo>
                <a:lnTo>
                  <a:pt x="609092" y="407695"/>
                </a:lnTo>
                <a:lnTo>
                  <a:pt x="610450" y="407974"/>
                </a:lnTo>
                <a:lnTo>
                  <a:pt x="613448" y="407974"/>
                </a:lnTo>
                <a:lnTo>
                  <a:pt x="614807" y="407695"/>
                </a:lnTo>
                <a:lnTo>
                  <a:pt x="616305" y="407289"/>
                </a:lnTo>
                <a:lnTo>
                  <a:pt x="697750" y="380098"/>
                </a:lnTo>
                <a:lnTo>
                  <a:pt x="707148" y="376961"/>
                </a:lnTo>
                <a:lnTo>
                  <a:pt x="707148" y="348297"/>
                </a:lnTo>
                <a:lnTo>
                  <a:pt x="611949" y="380098"/>
                </a:lnTo>
                <a:lnTo>
                  <a:pt x="602551" y="376961"/>
                </a:lnTo>
                <a:lnTo>
                  <a:pt x="548424" y="358876"/>
                </a:lnTo>
                <a:lnTo>
                  <a:pt x="491871" y="339979"/>
                </a:lnTo>
                <a:lnTo>
                  <a:pt x="611949" y="299859"/>
                </a:lnTo>
                <a:lnTo>
                  <a:pt x="732028" y="339979"/>
                </a:lnTo>
                <a:lnTo>
                  <a:pt x="732028" y="311251"/>
                </a:lnTo>
                <a:lnTo>
                  <a:pt x="697877" y="299859"/>
                </a:lnTo>
                <a:lnTo>
                  <a:pt x="613448" y="271716"/>
                </a:lnTo>
                <a:lnTo>
                  <a:pt x="610450" y="271716"/>
                </a:lnTo>
                <a:lnTo>
                  <a:pt x="444411" y="327063"/>
                </a:lnTo>
                <a:lnTo>
                  <a:pt x="444144" y="327329"/>
                </a:lnTo>
                <a:lnTo>
                  <a:pt x="443865" y="327329"/>
                </a:lnTo>
                <a:lnTo>
                  <a:pt x="443052" y="327875"/>
                </a:lnTo>
                <a:lnTo>
                  <a:pt x="442506" y="328015"/>
                </a:lnTo>
                <a:lnTo>
                  <a:pt x="441553" y="328549"/>
                </a:lnTo>
                <a:lnTo>
                  <a:pt x="440613" y="329234"/>
                </a:lnTo>
                <a:lnTo>
                  <a:pt x="439788" y="329907"/>
                </a:lnTo>
                <a:lnTo>
                  <a:pt x="439381" y="330327"/>
                </a:lnTo>
                <a:lnTo>
                  <a:pt x="438975" y="330593"/>
                </a:lnTo>
                <a:lnTo>
                  <a:pt x="438708" y="331139"/>
                </a:lnTo>
                <a:lnTo>
                  <a:pt x="437883" y="331952"/>
                </a:lnTo>
                <a:lnTo>
                  <a:pt x="437349" y="332765"/>
                </a:lnTo>
                <a:lnTo>
                  <a:pt x="436803" y="333857"/>
                </a:lnTo>
                <a:lnTo>
                  <a:pt x="436613" y="334124"/>
                </a:lnTo>
                <a:lnTo>
                  <a:pt x="436524" y="334264"/>
                </a:lnTo>
                <a:lnTo>
                  <a:pt x="436397" y="334670"/>
                </a:lnTo>
                <a:lnTo>
                  <a:pt x="436118" y="335216"/>
                </a:lnTo>
                <a:lnTo>
                  <a:pt x="435571" y="336715"/>
                </a:lnTo>
                <a:lnTo>
                  <a:pt x="435165" y="338340"/>
                </a:lnTo>
                <a:lnTo>
                  <a:pt x="435165" y="396824"/>
                </a:lnTo>
                <a:lnTo>
                  <a:pt x="430949" y="395325"/>
                </a:lnTo>
                <a:lnTo>
                  <a:pt x="426326" y="394373"/>
                </a:lnTo>
                <a:lnTo>
                  <a:pt x="421563" y="394373"/>
                </a:lnTo>
                <a:lnTo>
                  <a:pt x="405726" y="397586"/>
                </a:lnTo>
                <a:lnTo>
                  <a:pt x="392747" y="406349"/>
                </a:lnTo>
                <a:lnTo>
                  <a:pt x="383984" y="419315"/>
                </a:lnTo>
                <a:lnTo>
                  <a:pt x="380771" y="435165"/>
                </a:lnTo>
                <a:lnTo>
                  <a:pt x="383984" y="451002"/>
                </a:lnTo>
                <a:lnTo>
                  <a:pt x="392747" y="463981"/>
                </a:lnTo>
                <a:lnTo>
                  <a:pt x="405726" y="472744"/>
                </a:lnTo>
                <a:lnTo>
                  <a:pt x="421563" y="475970"/>
                </a:lnTo>
                <a:lnTo>
                  <a:pt x="437400" y="472744"/>
                </a:lnTo>
                <a:lnTo>
                  <a:pt x="450380" y="463981"/>
                </a:lnTo>
                <a:lnTo>
                  <a:pt x="459143" y="451002"/>
                </a:lnTo>
                <a:lnTo>
                  <a:pt x="462368" y="435165"/>
                </a:lnTo>
                <a:lnTo>
                  <a:pt x="462368" y="396824"/>
                </a:lnTo>
                <a:lnTo>
                  <a:pt x="462368" y="358876"/>
                </a:lnTo>
                <a:lnTo>
                  <a:pt x="489559" y="367855"/>
                </a:lnTo>
                <a:lnTo>
                  <a:pt x="489559" y="464807"/>
                </a:lnTo>
                <a:lnTo>
                  <a:pt x="478650" y="470725"/>
                </a:lnTo>
                <a:lnTo>
                  <a:pt x="470039" y="479488"/>
                </a:lnTo>
                <a:lnTo>
                  <a:pt x="464388" y="490512"/>
                </a:lnTo>
                <a:lnTo>
                  <a:pt x="462368" y="503161"/>
                </a:lnTo>
                <a:lnTo>
                  <a:pt x="462368" y="507923"/>
                </a:lnTo>
                <a:lnTo>
                  <a:pt x="463321" y="512546"/>
                </a:lnTo>
                <a:lnTo>
                  <a:pt x="464807" y="516763"/>
                </a:lnTo>
                <a:lnTo>
                  <a:pt x="386892" y="516763"/>
                </a:lnTo>
                <a:lnTo>
                  <a:pt x="380771" y="522884"/>
                </a:lnTo>
                <a:lnTo>
                  <a:pt x="380771" y="537845"/>
                </a:lnTo>
                <a:lnTo>
                  <a:pt x="386892" y="543953"/>
                </a:lnTo>
                <a:lnTo>
                  <a:pt x="407974" y="543953"/>
                </a:lnTo>
                <a:lnTo>
                  <a:pt x="407974" y="625551"/>
                </a:lnTo>
                <a:lnTo>
                  <a:pt x="386892" y="625551"/>
                </a:lnTo>
                <a:lnTo>
                  <a:pt x="380771" y="631672"/>
                </a:lnTo>
                <a:lnTo>
                  <a:pt x="380771" y="646633"/>
                </a:lnTo>
                <a:lnTo>
                  <a:pt x="386892" y="652754"/>
                </a:lnTo>
                <a:lnTo>
                  <a:pt x="463867" y="652754"/>
                </a:lnTo>
                <a:lnTo>
                  <a:pt x="451916" y="666902"/>
                </a:lnTo>
                <a:lnTo>
                  <a:pt x="442887" y="683221"/>
                </a:lnTo>
                <a:lnTo>
                  <a:pt x="437248" y="701027"/>
                </a:lnTo>
                <a:lnTo>
                  <a:pt x="437159" y="701294"/>
                </a:lnTo>
                <a:lnTo>
                  <a:pt x="442658" y="757758"/>
                </a:lnTo>
                <a:lnTo>
                  <a:pt x="493331" y="808443"/>
                </a:lnTo>
                <a:lnTo>
                  <a:pt x="530364" y="815936"/>
                </a:lnTo>
                <a:lnTo>
                  <a:pt x="809815" y="815936"/>
                </a:lnTo>
                <a:lnTo>
                  <a:pt x="815936" y="809815"/>
                </a:lnTo>
                <a:lnTo>
                  <a:pt x="815936" y="740460"/>
                </a:lnTo>
                <a:lnTo>
                  <a:pt x="809815" y="734339"/>
                </a:lnTo>
                <a:lnTo>
                  <a:pt x="788733" y="734339"/>
                </a:lnTo>
                <a:lnTo>
                  <a:pt x="788733" y="707148"/>
                </a:lnTo>
                <a:lnTo>
                  <a:pt x="809815" y="707148"/>
                </a:lnTo>
                <a:lnTo>
                  <a:pt x="815936" y="701027"/>
                </a:lnTo>
                <a:lnTo>
                  <a:pt x="815936" y="631672"/>
                </a:lnTo>
                <a:close/>
              </a:path>
            </a:pathLst>
          </a:custGeom>
          <a:solidFill>
            <a:srgbClr val="3F2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61583" y="6782613"/>
            <a:ext cx="280543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50">
                <a:solidFill>
                  <a:srgbClr val="2F2D2E"/>
                </a:solidFill>
                <a:latin typeface="Lucida Sans Unicode"/>
                <a:cs typeface="Lucida Sans Unicode"/>
              </a:rPr>
              <a:t>Student</a:t>
            </a:r>
            <a:r>
              <a:rPr dirty="0" sz="240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2400" spc="-25">
                <a:solidFill>
                  <a:srgbClr val="2F2D2E"/>
                </a:solidFill>
                <a:latin typeface="Lucida Sans Unicode"/>
                <a:cs typeface="Lucida Sans Unicode"/>
              </a:rPr>
              <a:t> Hub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730844" y="6780942"/>
            <a:ext cx="575945" cy="815975"/>
            <a:chOff x="9730844" y="6780942"/>
            <a:chExt cx="575945" cy="815975"/>
          </a:xfrm>
        </p:grpSpPr>
        <p:sp>
          <p:nvSpPr>
            <p:cNvPr id="20" name="object 20"/>
            <p:cNvSpPr/>
            <p:nvPr/>
          </p:nvSpPr>
          <p:spPr>
            <a:xfrm>
              <a:off x="9730841" y="6780948"/>
              <a:ext cx="575945" cy="815975"/>
            </a:xfrm>
            <a:custGeom>
              <a:avLst/>
              <a:gdLst/>
              <a:ahLst/>
              <a:cxnLst/>
              <a:rect l="l" t="t" r="r" b="b"/>
              <a:pathLst>
                <a:path w="575945" h="815975">
                  <a:moveTo>
                    <a:pt x="401472" y="66725"/>
                  </a:moveTo>
                  <a:lnTo>
                    <a:pt x="399046" y="54762"/>
                  </a:lnTo>
                  <a:lnTo>
                    <a:pt x="392455" y="44996"/>
                  </a:lnTo>
                  <a:lnTo>
                    <a:pt x="382689" y="38417"/>
                  </a:lnTo>
                  <a:lnTo>
                    <a:pt x="370801" y="36017"/>
                  </a:lnTo>
                  <a:lnTo>
                    <a:pt x="370801" y="66725"/>
                  </a:lnTo>
                  <a:lnTo>
                    <a:pt x="370738" y="122516"/>
                  </a:lnTo>
                  <a:lnTo>
                    <a:pt x="204736" y="122516"/>
                  </a:lnTo>
                  <a:lnTo>
                    <a:pt x="204749" y="110375"/>
                  </a:lnTo>
                  <a:lnTo>
                    <a:pt x="204812" y="66725"/>
                  </a:lnTo>
                  <a:lnTo>
                    <a:pt x="258368" y="66725"/>
                  </a:lnTo>
                  <a:lnTo>
                    <a:pt x="262597" y="64897"/>
                  </a:lnTo>
                  <a:lnTo>
                    <a:pt x="265506" y="61785"/>
                  </a:lnTo>
                  <a:lnTo>
                    <a:pt x="268732" y="58381"/>
                  </a:lnTo>
                  <a:lnTo>
                    <a:pt x="270167" y="53657"/>
                  </a:lnTo>
                  <a:lnTo>
                    <a:pt x="287413" y="30670"/>
                  </a:lnTo>
                  <a:lnTo>
                    <a:pt x="294500" y="31927"/>
                  </a:lnTo>
                  <a:lnTo>
                    <a:pt x="300367" y="35648"/>
                  </a:lnTo>
                  <a:lnTo>
                    <a:pt x="304444" y="41275"/>
                  </a:lnTo>
                  <a:lnTo>
                    <a:pt x="306158" y="48260"/>
                  </a:lnTo>
                  <a:lnTo>
                    <a:pt x="305244" y="53136"/>
                  </a:lnTo>
                  <a:lnTo>
                    <a:pt x="306679" y="58153"/>
                  </a:lnTo>
                  <a:lnTo>
                    <a:pt x="312940" y="64897"/>
                  </a:lnTo>
                  <a:lnTo>
                    <a:pt x="317169" y="66725"/>
                  </a:lnTo>
                  <a:lnTo>
                    <a:pt x="370801" y="66725"/>
                  </a:lnTo>
                  <a:lnTo>
                    <a:pt x="370801" y="36017"/>
                  </a:lnTo>
                  <a:lnTo>
                    <a:pt x="335051" y="35991"/>
                  </a:lnTo>
                  <a:lnTo>
                    <a:pt x="332574" y="30670"/>
                  </a:lnTo>
                  <a:lnTo>
                    <a:pt x="328282" y="21399"/>
                  </a:lnTo>
                  <a:lnTo>
                    <a:pt x="317474" y="10020"/>
                  </a:lnTo>
                  <a:lnTo>
                    <a:pt x="303631" y="2628"/>
                  </a:lnTo>
                  <a:lnTo>
                    <a:pt x="287769" y="0"/>
                  </a:lnTo>
                  <a:lnTo>
                    <a:pt x="271894" y="2628"/>
                  </a:lnTo>
                  <a:lnTo>
                    <a:pt x="258064" y="10020"/>
                  </a:lnTo>
                  <a:lnTo>
                    <a:pt x="247256" y="21399"/>
                  </a:lnTo>
                  <a:lnTo>
                    <a:pt x="240499" y="35991"/>
                  </a:lnTo>
                  <a:lnTo>
                    <a:pt x="204812" y="35991"/>
                  </a:lnTo>
                  <a:lnTo>
                    <a:pt x="192849" y="38417"/>
                  </a:lnTo>
                  <a:lnTo>
                    <a:pt x="183083" y="44996"/>
                  </a:lnTo>
                  <a:lnTo>
                    <a:pt x="176491" y="54762"/>
                  </a:lnTo>
                  <a:lnTo>
                    <a:pt x="174078" y="66725"/>
                  </a:lnTo>
                  <a:lnTo>
                    <a:pt x="174078" y="79705"/>
                  </a:lnTo>
                  <a:lnTo>
                    <a:pt x="59791" y="79705"/>
                  </a:lnTo>
                  <a:lnTo>
                    <a:pt x="36550" y="84391"/>
                  </a:lnTo>
                  <a:lnTo>
                    <a:pt x="17551" y="97167"/>
                  </a:lnTo>
                  <a:lnTo>
                    <a:pt x="4737" y="116116"/>
                  </a:lnTo>
                  <a:lnTo>
                    <a:pt x="0" y="139344"/>
                  </a:lnTo>
                  <a:lnTo>
                    <a:pt x="0" y="756297"/>
                  </a:lnTo>
                  <a:lnTo>
                    <a:pt x="4737" y="779513"/>
                  </a:lnTo>
                  <a:lnTo>
                    <a:pt x="17551" y="798474"/>
                  </a:lnTo>
                  <a:lnTo>
                    <a:pt x="36550" y="811250"/>
                  </a:lnTo>
                  <a:lnTo>
                    <a:pt x="59791" y="815924"/>
                  </a:lnTo>
                  <a:lnTo>
                    <a:pt x="140893" y="815924"/>
                  </a:lnTo>
                  <a:lnTo>
                    <a:pt x="149263" y="815784"/>
                  </a:lnTo>
                  <a:lnTo>
                    <a:pt x="155956" y="808964"/>
                  </a:lnTo>
                  <a:lnTo>
                    <a:pt x="155956" y="792238"/>
                  </a:lnTo>
                  <a:lnTo>
                    <a:pt x="149263" y="785406"/>
                  </a:lnTo>
                  <a:lnTo>
                    <a:pt x="140893" y="785266"/>
                  </a:lnTo>
                  <a:lnTo>
                    <a:pt x="59791" y="785266"/>
                  </a:lnTo>
                  <a:lnTo>
                    <a:pt x="48475" y="783005"/>
                  </a:lnTo>
                  <a:lnTo>
                    <a:pt x="39230" y="776808"/>
                  </a:lnTo>
                  <a:lnTo>
                    <a:pt x="32981" y="767600"/>
                  </a:lnTo>
                  <a:lnTo>
                    <a:pt x="30657" y="756297"/>
                  </a:lnTo>
                  <a:lnTo>
                    <a:pt x="30657" y="139344"/>
                  </a:lnTo>
                  <a:lnTo>
                    <a:pt x="32981" y="128054"/>
                  </a:lnTo>
                  <a:lnTo>
                    <a:pt x="39230" y="118833"/>
                  </a:lnTo>
                  <a:lnTo>
                    <a:pt x="48475" y="112636"/>
                  </a:lnTo>
                  <a:lnTo>
                    <a:pt x="59791" y="110375"/>
                  </a:lnTo>
                  <a:lnTo>
                    <a:pt x="174078" y="110375"/>
                  </a:lnTo>
                  <a:lnTo>
                    <a:pt x="174091" y="122516"/>
                  </a:lnTo>
                  <a:lnTo>
                    <a:pt x="176491" y="134391"/>
                  </a:lnTo>
                  <a:lnTo>
                    <a:pt x="183083" y="144157"/>
                  </a:lnTo>
                  <a:lnTo>
                    <a:pt x="192849" y="150749"/>
                  </a:lnTo>
                  <a:lnTo>
                    <a:pt x="204812" y="153174"/>
                  </a:lnTo>
                  <a:lnTo>
                    <a:pt x="370738" y="153174"/>
                  </a:lnTo>
                  <a:lnTo>
                    <a:pt x="382689" y="150749"/>
                  </a:lnTo>
                  <a:lnTo>
                    <a:pt x="392455" y="144157"/>
                  </a:lnTo>
                  <a:lnTo>
                    <a:pt x="399046" y="134391"/>
                  </a:lnTo>
                  <a:lnTo>
                    <a:pt x="401447" y="122516"/>
                  </a:lnTo>
                  <a:lnTo>
                    <a:pt x="401472" y="66725"/>
                  </a:lnTo>
                  <a:close/>
                </a:path>
                <a:path w="575945" h="815975">
                  <a:moveTo>
                    <a:pt x="575538" y="139344"/>
                  </a:moveTo>
                  <a:lnTo>
                    <a:pt x="570801" y="116128"/>
                  </a:lnTo>
                  <a:lnTo>
                    <a:pt x="557974" y="97167"/>
                  </a:lnTo>
                  <a:lnTo>
                    <a:pt x="538988" y="84391"/>
                  </a:lnTo>
                  <a:lnTo>
                    <a:pt x="515747" y="79705"/>
                  </a:lnTo>
                  <a:lnTo>
                    <a:pt x="437057" y="79705"/>
                  </a:lnTo>
                  <a:lnTo>
                    <a:pt x="430199" y="86563"/>
                  </a:lnTo>
                  <a:lnTo>
                    <a:pt x="430199" y="103505"/>
                  </a:lnTo>
                  <a:lnTo>
                    <a:pt x="437057" y="110363"/>
                  </a:lnTo>
                  <a:lnTo>
                    <a:pt x="515747" y="110363"/>
                  </a:lnTo>
                  <a:lnTo>
                    <a:pt x="527062" y="112636"/>
                  </a:lnTo>
                  <a:lnTo>
                    <a:pt x="536308" y="118833"/>
                  </a:lnTo>
                  <a:lnTo>
                    <a:pt x="542556" y="128054"/>
                  </a:lnTo>
                  <a:lnTo>
                    <a:pt x="544880" y="139344"/>
                  </a:lnTo>
                  <a:lnTo>
                    <a:pt x="544880" y="756297"/>
                  </a:lnTo>
                  <a:lnTo>
                    <a:pt x="542556" y="767588"/>
                  </a:lnTo>
                  <a:lnTo>
                    <a:pt x="536308" y="776808"/>
                  </a:lnTo>
                  <a:lnTo>
                    <a:pt x="527062" y="783005"/>
                  </a:lnTo>
                  <a:lnTo>
                    <a:pt x="515747" y="785266"/>
                  </a:lnTo>
                  <a:lnTo>
                    <a:pt x="193751" y="785266"/>
                  </a:lnTo>
                  <a:lnTo>
                    <a:pt x="186880" y="792124"/>
                  </a:lnTo>
                  <a:lnTo>
                    <a:pt x="186880" y="809066"/>
                  </a:lnTo>
                  <a:lnTo>
                    <a:pt x="193751" y="815924"/>
                  </a:lnTo>
                  <a:lnTo>
                    <a:pt x="515747" y="815924"/>
                  </a:lnTo>
                  <a:lnTo>
                    <a:pt x="538988" y="811250"/>
                  </a:lnTo>
                  <a:lnTo>
                    <a:pt x="557974" y="798474"/>
                  </a:lnTo>
                  <a:lnTo>
                    <a:pt x="570801" y="779526"/>
                  </a:lnTo>
                  <a:lnTo>
                    <a:pt x="575538" y="756297"/>
                  </a:lnTo>
                  <a:lnTo>
                    <a:pt x="575538" y="139344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9220" y="6985753"/>
              <a:ext cx="166370" cy="15489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063759" y="7017410"/>
              <a:ext cx="172720" cy="90805"/>
            </a:xfrm>
            <a:custGeom>
              <a:avLst/>
              <a:gdLst/>
              <a:ahLst/>
              <a:cxnLst/>
              <a:rect l="l" t="t" r="r" b="b"/>
              <a:pathLst>
                <a:path w="172720" h="90804">
                  <a:moveTo>
                    <a:pt x="104914" y="6946"/>
                  </a:moveTo>
                  <a:lnTo>
                    <a:pt x="98183" y="127"/>
                  </a:lnTo>
                  <a:lnTo>
                    <a:pt x="89801" y="0"/>
                  </a:lnTo>
                  <a:lnTo>
                    <a:pt x="15125" y="0"/>
                  </a:lnTo>
                  <a:lnTo>
                    <a:pt x="6743" y="127"/>
                  </a:lnTo>
                  <a:lnTo>
                    <a:pt x="12" y="6946"/>
                  </a:lnTo>
                  <a:lnTo>
                    <a:pt x="12" y="23710"/>
                  </a:lnTo>
                  <a:lnTo>
                    <a:pt x="6743" y="30543"/>
                  </a:lnTo>
                  <a:lnTo>
                    <a:pt x="89801" y="30657"/>
                  </a:lnTo>
                  <a:lnTo>
                    <a:pt x="98183" y="30543"/>
                  </a:lnTo>
                  <a:lnTo>
                    <a:pt x="104914" y="23710"/>
                  </a:lnTo>
                  <a:lnTo>
                    <a:pt x="104914" y="6946"/>
                  </a:lnTo>
                  <a:close/>
                </a:path>
                <a:path w="172720" h="90804">
                  <a:moveTo>
                    <a:pt x="172313" y="67056"/>
                  </a:moveTo>
                  <a:lnTo>
                    <a:pt x="165582" y="60236"/>
                  </a:lnTo>
                  <a:lnTo>
                    <a:pt x="157200" y="60109"/>
                  </a:lnTo>
                  <a:lnTo>
                    <a:pt x="6731" y="60236"/>
                  </a:lnTo>
                  <a:lnTo>
                    <a:pt x="0" y="67056"/>
                  </a:lnTo>
                  <a:lnTo>
                    <a:pt x="0" y="83820"/>
                  </a:lnTo>
                  <a:lnTo>
                    <a:pt x="6731" y="90652"/>
                  </a:lnTo>
                  <a:lnTo>
                    <a:pt x="165582" y="90652"/>
                  </a:lnTo>
                  <a:lnTo>
                    <a:pt x="172313" y="83820"/>
                  </a:lnTo>
                  <a:lnTo>
                    <a:pt x="172313" y="67056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19223" y="7173382"/>
              <a:ext cx="166370" cy="15467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0063759" y="7205040"/>
              <a:ext cx="172720" cy="90805"/>
            </a:xfrm>
            <a:custGeom>
              <a:avLst/>
              <a:gdLst/>
              <a:ahLst/>
              <a:cxnLst/>
              <a:rect l="l" t="t" r="r" b="b"/>
              <a:pathLst>
                <a:path w="172720" h="90804">
                  <a:moveTo>
                    <a:pt x="104902" y="6946"/>
                  </a:moveTo>
                  <a:lnTo>
                    <a:pt x="98171" y="114"/>
                  </a:lnTo>
                  <a:lnTo>
                    <a:pt x="15113" y="0"/>
                  </a:lnTo>
                  <a:lnTo>
                    <a:pt x="6731" y="114"/>
                  </a:lnTo>
                  <a:lnTo>
                    <a:pt x="0" y="6946"/>
                  </a:lnTo>
                  <a:lnTo>
                    <a:pt x="0" y="23710"/>
                  </a:lnTo>
                  <a:lnTo>
                    <a:pt x="6731" y="30530"/>
                  </a:lnTo>
                  <a:lnTo>
                    <a:pt x="15113" y="30657"/>
                  </a:lnTo>
                  <a:lnTo>
                    <a:pt x="89789" y="30657"/>
                  </a:lnTo>
                  <a:lnTo>
                    <a:pt x="98171" y="30530"/>
                  </a:lnTo>
                  <a:lnTo>
                    <a:pt x="104902" y="23710"/>
                  </a:lnTo>
                  <a:lnTo>
                    <a:pt x="104902" y="6946"/>
                  </a:lnTo>
                  <a:close/>
                </a:path>
                <a:path w="172720" h="90804">
                  <a:moveTo>
                    <a:pt x="172313" y="67056"/>
                  </a:moveTo>
                  <a:lnTo>
                    <a:pt x="165582" y="60236"/>
                  </a:lnTo>
                  <a:lnTo>
                    <a:pt x="157200" y="60109"/>
                  </a:lnTo>
                  <a:lnTo>
                    <a:pt x="6731" y="60236"/>
                  </a:lnTo>
                  <a:lnTo>
                    <a:pt x="0" y="67056"/>
                  </a:lnTo>
                  <a:lnTo>
                    <a:pt x="0" y="83820"/>
                  </a:lnTo>
                  <a:lnTo>
                    <a:pt x="6731" y="90652"/>
                  </a:lnTo>
                  <a:lnTo>
                    <a:pt x="165582" y="90652"/>
                  </a:lnTo>
                  <a:lnTo>
                    <a:pt x="172313" y="83820"/>
                  </a:lnTo>
                  <a:lnTo>
                    <a:pt x="172313" y="67056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9194" y="7361004"/>
              <a:ext cx="166395" cy="15565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0063759" y="7392657"/>
              <a:ext cx="172720" cy="90805"/>
            </a:xfrm>
            <a:custGeom>
              <a:avLst/>
              <a:gdLst/>
              <a:ahLst/>
              <a:cxnLst/>
              <a:rect l="l" t="t" r="r" b="b"/>
              <a:pathLst>
                <a:path w="172720" h="90804">
                  <a:moveTo>
                    <a:pt x="104902" y="6946"/>
                  </a:moveTo>
                  <a:lnTo>
                    <a:pt x="98171" y="114"/>
                  </a:lnTo>
                  <a:lnTo>
                    <a:pt x="15113" y="0"/>
                  </a:lnTo>
                  <a:lnTo>
                    <a:pt x="6731" y="114"/>
                  </a:lnTo>
                  <a:lnTo>
                    <a:pt x="0" y="6946"/>
                  </a:lnTo>
                  <a:lnTo>
                    <a:pt x="0" y="23710"/>
                  </a:lnTo>
                  <a:lnTo>
                    <a:pt x="6731" y="30530"/>
                  </a:lnTo>
                  <a:lnTo>
                    <a:pt x="15113" y="30657"/>
                  </a:lnTo>
                  <a:lnTo>
                    <a:pt x="89789" y="30657"/>
                  </a:lnTo>
                  <a:lnTo>
                    <a:pt x="98171" y="30530"/>
                  </a:lnTo>
                  <a:lnTo>
                    <a:pt x="104902" y="23710"/>
                  </a:lnTo>
                  <a:lnTo>
                    <a:pt x="104902" y="6946"/>
                  </a:lnTo>
                  <a:close/>
                </a:path>
                <a:path w="172720" h="90804">
                  <a:moveTo>
                    <a:pt x="172313" y="67056"/>
                  </a:moveTo>
                  <a:lnTo>
                    <a:pt x="165582" y="60223"/>
                  </a:lnTo>
                  <a:lnTo>
                    <a:pt x="6731" y="60223"/>
                  </a:lnTo>
                  <a:lnTo>
                    <a:pt x="0" y="67056"/>
                  </a:lnTo>
                  <a:lnTo>
                    <a:pt x="0" y="83820"/>
                  </a:lnTo>
                  <a:lnTo>
                    <a:pt x="6731" y="90639"/>
                  </a:lnTo>
                  <a:lnTo>
                    <a:pt x="15113" y="90766"/>
                  </a:lnTo>
                  <a:lnTo>
                    <a:pt x="165582" y="90639"/>
                  </a:lnTo>
                  <a:lnTo>
                    <a:pt x="172313" y="83820"/>
                  </a:lnTo>
                  <a:lnTo>
                    <a:pt x="172313" y="67056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870393" y="6782613"/>
            <a:ext cx="297815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Volunteer</a:t>
            </a:r>
            <a:r>
              <a:rPr dirty="0" sz="2400" spc="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Ops</a:t>
            </a:r>
            <a:r>
              <a:rPr dirty="0" sz="2400" spc="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0">
                <a:solidFill>
                  <a:srgbClr val="2F2D2E"/>
                </a:solidFill>
                <a:latin typeface="Lucida Sans Unicode"/>
                <a:cs typeface="Lucida Sans Unicode"/>
              </a:rPr>
              <a:t>View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419" y="8082211"/>
            <a:ext cx="7756525" cy="1481455"/>
          </a:xfrm>
          <a:custGeom>
            <a:avLst/>
            <a:gdLst/>
            <a:ahLst/>
            <a:cxnLst/>
            <a:rect l="l" t="t" r="r" b="b"/>
            <a:pathLst>
              <a:path w="7756525" h="1481454">
                <a:moveTo>
                  <a:pt x="228600" y="0"/>
                </a:moveTo>
                <a:lnTo>
                  <a:pt x="7527899" y="0"/>
                </a:lnTo>
                <a:lnTo>
                  <a:pt x="7531646" y="0"/>
                </a:lnTo>
                <a:lnTo>
                  <a:pt x="7535379" y="88"/>
                </a:lnTo>
                <a:lnTo>
                  <a:pt x="7539113" y="279"/>
                </a:lnTo>
                <a:lnTo>
                  <a:pt x="7542860" y="457"/>
                </a:lnTo>
                <a:lnTo>
                  <a:pt x="7546581" y="736"/>
                </a:lnTo>
                <a:lnTo>
                  <a:pt x="7550302" y="1104"/>
                </a:lnTo>
                <a:lnTo>
                  <a:pt x="7554036" y="1473"/>
                </a:lnTo>
                <a:lnTo>
                  <a:pt x="7557744" y="1930"/>
                </a:lnTo>
                <a:lnTo>
                  <a:pt x="7561440" y="2476"/>
                </a:lnTo>
                <a:lnTo>
                  <a:pt x="7565135" y="3022"/>
                </a:lnTo>
                <a:lnTo>
                  <a:pt x="7568831" y="3657"/>
                </a:lnTo>
                <a:lnTo>
                  <a:pt x="7572502" y="4394"/>
                </a:lnTo>
                <a:lnTo>
                  <a:pt x="7576172" y="5118"/>
                </a:lnTo>
                <a:lnTo>
                  <a:pt x="7604912" y="13360"/>
                </a:lnTo>
                <a:lnTo>
                  <a:pt x="7608430" y="14617"/>
                </a:lnTo>
                <a:lnTo>
                  <a:pt x="7611922" y="15963"/>
                </a:lnTo>
                <a:lnTo>
                  <a:pt x="7615377" y="17399"/>
                </a:lnTo>
                <a:lnTo>
                  <a:pt x="7618831" y="18834"/>
                </a:lnTo>
                <a:lnTo>
                  <a:pt x="7622247" y="20345"/>
                </a:lnTo>
                <a:lnTo>
                  <a:pt x="7625638" y="21945"/>
                </a:lnTo>
                <a:lnTo>
                  <a:pt x="7629029" y="23545"/>
                </a:lnTo>
                <a:lnTo>
                  <a:pt x="7645425" y="32524"/>
                </a:lnTo>
                <a:lnTo>
                  <a:pt x="7648625" y="34442"/>
                </a:lnTo>
                <a:lnTo>
                  <a:pt x="7651788" y="36449"/>
                </a:lnTo>
                <a:lnTo>
                  <a:pt x="7654899" y="38531"/>
                </a:lnTo>
                <a:lnTo>
                  <a:pt x="7658011" y="40601"/>
                </a:lnTo>
                <a:lnTo>
                  <a:pt x="7672920" y="51892"/>
                </a:lnTo>
                <a:lnTo>
                  <a:pt x="7675816" y="54267"/>
                </a:lnTo>
                <a:lnTo>
                  <a:pt x="7678648" y="56705"/>
                </a:lnTo>
                <a:lnTo>
                  <a:pt x="7681417" y="59220"/>
                </a:lnTo>
                <a:lnTo>
                  <a:pt x="7684198" y="61734"/>
                </a:lnTo>
                <a:lnTo>
                  <a:pt x="7686903" y="64312"/>
                </a:lnTo>
                <a:lnTo>
                  <a:pt x="7689545" y="66954"/>
                </a:lnTo>
                <a:lnTo>
                  <a:pt x="7692186" y="69596"/>
                </a:lnTo>
                <a:lnTo>
                  <a:pt x="7717967" y="101600"/>
                </a:lnTo>
                <a:lnTo>
                  <a:pt x="7720050" y="104711"/>
                </a:lnTo>
                <a:lnTo>
                  <a:pt x="7722057" y="107861"/>
                </a:lnTo>
                <a:lnTo>
                  <a:pt x="7723974" y="111074"/>
                </a:lnTo>
                <a:lnTo>
                  <a:pt x="7725905" y="114287"/>
                </a:lnTo>
                <a:lnTo>
                  <a:pt x="7734554" y="130860"/>
                </a:lnTo>
                <a:lnTo>
                  <a:pt x="7736154" y="134239"/>
                </a:lnTo>
                <a:lnTo>
                  <a:pt x="7749641" y="173050"/>
                </a:lnTo>
                <a:lnTo>
                  <a:pt x="7750556" y="176682"/>
                </a:lnTo>
                <a:lnTo>
                  <a:pt x="7751381" y="180327"/>
                </a:lnTo>
                <a:lnTo>
                  <a:pt x="7752105" y="183997"/>
                </a:lnTo>
                <a:lnTo>
                  <a:pt x="7752842" y="187667"/>
                </a:lnTo>
                <a:lnTo>
                  <a:pt x="7753477" y="191350"/>
                </a:lnTo>
                <a:lnTo>
                  <a:pt x="7754023" y="195059"/>
                </a:lnTo>
                <a:lnTo>
                  <a:pt x="7754581" y="198755"/>
                </a:lnTo>
                <a:lnTo>
                  <a:pt x="7755039" y="202476"/>
                </a:lnTo>
                <a:lnTo>
                  <a:pt x="7755394" y="206197"/>
                </a:lnTo>
                <a:lnTo>
                  <a:pt x="7755763" y="209918"/>
                </a:lnTo>
                <a:lnTo>
                  <a:pt x="7756042" y="213652"/>
                </a:lnTo>
                <a:lnTo>
                  <a:pt x="7756232" y="217385"/>
                </a:lnTo>
                <a:lnTo>
                  <a:pt x="7756410" y="221119"/>
                </a:lnTo>
                <a:lnTo>
                  <a:pt x="7756499" y="224853"/>
                </a:lnTo>
                <a:lnTo>
                  <a:pt x="7756499" y="228600"/>
                </a:lnTo>
                <a:lnTo>
                  <a:pt x="7756499" y="1252283"/>
                </a:lnTo>
                <a:lnTo>
                  <a:pt x="7756499" y="1256030"/>
                </a:lnTo>
                <a:lnTo>
                  <a:pt x="7756410" y="1259776"/>
                </a:lnTo>
                <a:lnTo>
                  <a:pt x="7756232" y="1263510"/>
                </a:lnTo>
                <a:lnTo>
                  <a:pt x="7756042" y="1267244"/>
                </a:lnTo>
                <a:lnTo>
                  <a:pt x="7755763" y="1270965"/>
                </a:lnTo>
                <a:lnTo>
                  <a:pt x="7755394" y="1274699"/>
                </a:lnTo>
                <a:lnTo>
                  <a:pt x="7755039" y="1278420"/>
                </a:lnTo>
                <a:lnTo>
                  <a:pt x="7754581" y="1282128"/>
                </a:lnTo>
                <a:lnTo>
                  <a:pt x="7754023" y="1285824"/>
                </a:lnTo>
                <a:lnTo>
                  <a:pt x="7753477" y="1289532"/>
                </a:lnTo>
                <a:lnTo>
                  <a:pt x="7752842" y="1293215"/>
                </a:lnTo>
                <a:lnTo>
                  <a:pt x="7752105" y="1296885"/>
                </a:lnTo>
                <a:lnTo>
                  <a:pt x="7751381" y="1300556"/>
                </a:lnTo>
                <a:lnTo>
                  <a:pt x="7750568" y="1304201"/>
                </a:lnTo>
                <a:lnTo>
                  <a:pt x="7749654" y="1307833"/>
                </a:lnTo>
                <a:lnTo>
                  <a:pt x="7748739" y="1311465"/>
                </a:lnTo>
                <a:lnTo>
                  <a:pt x="7734554" y="1350022"/>
                </a:lnTo>
                <a:lnTo>
                  <a:pt x="7732953" y="1353413"/>
                </a:lnTo>
                <a:lnTo>
                  <a:pt x="7731277" y="1356753"/>
                </a:lnTo>
                <a:lnTo>
                  <a:pt x="7729512" y="1360043"/>
                </a:lnTo>
                <a:lnTo>
                  <a:pt x="7727746" y="1363345"/>
                </a:lnTo>
                <a:lnTo>
                  <a:pt x="7725905" y="1366596"/>
                </a:lnTo>
                <a:lnTo>
                  <a:pt x="7723974" y="1369809"/>
                </a:lnTo>
                <a:lnTo>
                  <a:pt x="7722057" y="1373022"/>
                </a:lnTo>
                <a:lnTo>
                  <a:pt x="7720050" y="1376184"/>
                </a:lnTo>
                <a:lnTo>
                  <a:pt x="7717967" y="1379296"/>
                </a:lnTo>
                <a:lnTo>
                  <a:pt x="7715897" y="1382395"/>
                </a:lnTo>
                <a:lnTo>
                  <a:pt x="7704607" y="1397304"/>
                </a:lnTo>
                <a:lnTo>
                  <a:pt x="7702232" y="1400200"/>
                </a:lnTo>
                <a:lnTo>
                  <a:pt x="7689545" y="1413929"/>
                </a:lnTo>
                <a:lnTo>
                  <a:pt x="7686903" y="1416583"/>
                </a:lnTo>
                <a:lnTo>
                  <a:pt x="7664081" y="1435900"/>
                </a:lnTo>
                <a:lnTo>
                  <a:pt x="7661071" y="1438135"/>
                </a:lnTo>
                <a:lnTo>
                  <a:pt x="7645425" y="1448358"/>
                </a:lnTo>
                <a:lnTo>
                  <a:pt x="7642212" y="1450289"/>
                </a:lnTo>
                <a:lnTo>
                  <a:pt x="7638961" y="1452130"/>
                </a:lnTo>
                <a:lnTo>
                  <a:pt x="7635659" y="1453896"/>
                </a:lnTo>
                <a:lnTo>
                  <a:pt x="7632369" y="1455661"/>
                </a:lnTo>
                <a:lnTo>
                  <a:pt x="7615377" y="1463484"/>
                </a:lnTo>
                <a:lnTo>
                  <a:pt x="7611922" y="1464919"/>
                </a:lnTo>
                <a:lnTo>
                  <a:pt x="7608430" y="1466265"/>
                </a:lnTo>
                <a:lnTo>
                  <a:pt x="7604912" y="1467523"/>
                </a:lnTo>
                <a:lnTo>
                  <a:pt x="7601394" y="1468780"/>
                </a:lnTo>
                <a:lnTo>
                  <a:pt x="7583436" y="1474038"/>
                </a:lnTo>
                <a:lnTo>
                  <a:pt x="7579817" y="1474952"/>
                </a:lnTo>
                <a:lnTo>
                  <a:pt x="7550302" y="1479778"/>
                </a:lnTo>
                <a:lnTo>
                  <a:pt x="7546581" y="1480159"/>
                </a:lnTo>
                <a:lnTo>
                  <a:pt x="7542860" y="1480426"/>
                </a:lnTo>
                <a:lnTo>
                  <a:pt x="7539113" y="1480616"/>
                </a:lnTo>
                <a:lnTo>
                  <a:pt x="7535379" y="1480794"/>
                </a:lnTo>
                <a:lnTo>
                  <a:pt x="7531646" y="1480883"/>
                </a:lnTo>
                <a:lnTo>
                  <a:pt x="7527899" y="1480883"/>
                </a:lnTo>
                <a:lnTo>
                  <a:pt x="228600" y="1480883"/>
                </a:lnTo>
                <a:lnTo>
                  <a:pt x="224853" y="1480883"/>
                </a:lnTo>
                <a:lnTo>
                  <a:pt x="221119" y="1480794"/>
                </a:lnTo>
                <a:lnTo>
                  <a:pt x="217385" y="1480616"/>
                </a:lnTo>
                <a:lnTo>
                  <a:pt x="213652" y="1480426"/>
                </a:lnTo>
                <a:lnTo>
                  <a:pt x="209918" y="1480159"/>
                </a:lnTo>
                <a:lnTo>
                  <a:pt x="206197" y="1479778"/>
                </a:lnTo>
                <a:lnTo>
                  <a:pt x="202476" y="1479423"/>
                </a:lnTo>
                <a:lnTo>
                  <a:pt x="162242" y="1471041"/>
                </a:lnTo>
                <a:lnTo>
                  <a:pt x="158661" y="1469961"/>
                </a:lnTo>
                <a:lnTo>
                  <a:pt x="155105" y="1468780"/>
                </a:lnTo>
                <a:lnTo>
                  <a:pt x="151587" y="1467523"/>
                </a:lnTo>
                <a:lnTo>
                  <a:pt x="148069" y="1466265"/>
                </a:lnTo>
                <a:lnTo>
                  <a:pt x="144576" y="1464919"/>
                </a:lnTo>
                <a:lnTo>
                  <a:pt x="141122" y="1463484"/>
                </a:lnTo>
                <a:lnTo>
                  <a:pt x="137668" y="1462062"/>
                </a:lnTo>
                <a:lnTo>
                  <a:pt x="111074" y="1448358"/>
                </a:lnTo>
                <a:lnTo>
                  <a:pt x="107861" y="1446441"/>
                </a:lnTo>
                <a:lnTo>
                  <a:pt x="92417" y="1435900"/>
                </a:lnTo>
                <a:lnTo>
                  <a:pt x="89420" y="1433677"/>
                </a:lnTo>
                <a:lnTo>
                  <a:pt x="66954" y="1413929"/>
                </a:lnTo>
                <a:lnTo>
                  <a:pt x="64312" y="1411287"/>
                </a:lnTo>
                <a:lnTo>
                  <a:pt x="61734" y="1408582"/>
                </a:lnTo>
                <a:lnTo>
                  <a:pt x="59220" y="1405801"/>
                </a:lnTo>
                <a:lnTo>
                  <a:pt x="56705" y="1403032"/>
                </a:lnTo>
                <a:lnTo>
                  <a:pt x="54267" y="1400200"/>
                </a:lnTo>
                <a:lnTo>
                  <a:pt x="51892" y="1397304"/>
                </a:lnTo>
                <a:lnTo>
                  <a:pt x="49517" y="1394421"/>
                </a:lnTo>
                <a:lnTo>
                  <a:pt x="38531" y="1379296"/>
                </a:lnTo>
                <a:lnTo>
                  <a:pt x="36448" y="1376184"/>
                </a:lnTo>
                <a:lnTo>
                  <a:pt x="34442" y="1373022"/>
                </a:lnTo>
                <a:lnTo>
                  <a:pt x="32524" y="1369809"/>
                </a:lnTo>
                <a:lnTo>
                  <a:pt x="30594" y="1366596"/>
                </a:lnTo>
                <a:lnTo>
                  <a:pt x="21945" y="1350022"/>
                </a:lnTo>
                <a:lnTo>
                  <a:pt x="20345" y="1346644"/>
                </a:lnTo>
                <a:lnTo>
                  <a:pt x="18834" y="1343228"/>
                </a:lnTo>
                <a:lnTo>
                  <a:pt x="17399" y="1339761"/>
                </a:lnTo>
                <a:lnTo>
                  <a:pt x="15963" y="1336306"/>
                </a:lnTo>
                <a:lnTo>
                  <a:pt x="14617" y="1332826"/>
                </a:lnTo>
                <a:lnTo>
                  <a:pt x="13360" y="1329296"/>
                </a:lnTo>
                <a:lnTo>
                  <a:pt x="12103" y="1325778"/>
                </a:lnTo>
                <a:lnTo>
                  <a:pt x="4394" y="1296885"/>
                </a:lnTo>
                <a:lnTo>
                  <a:pt x="3657" y="1293215"/>
                </a:lnTo>
                <a:lnTo>
                  <a:pt x="3022" y="1289532"/>
                </a:lnTo>
                <a:lnTo>
                  <a:pt x="2476" y="1285824"/>
                </a:lnTo>
                <a:lnTo>
                  <a:pt x="1930" y="1282128"/>
                </a:lnTo>
                <a:lnTo>
                  <a:pt x="279" y="1263510"/>
                </a:lnTo>
                <a:lnTo>
                  <a:pt x="88" y="1259776"/>
                </a:lnTo>
                <a:lnTo>
                  <a:pt x="0" y="1256030"/>
                </a:lnTo>
                <a:lnTo>
                  <a:pt x="0" y="1252283"/>
                </a:lnTo>
                <a:lnTo>
                  <a:pt x="0" y="228600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5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8"/>
                </a:lnTo>
                <a:lnTo>
                  <a:pt x="20345" y="134239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600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1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6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9"/>
                </a:lnTo>
                <a:lnTo>
                  <a:pt x="107861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9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50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64233" y="8329376"/>
            <a:ext cx="6934200" cy="63563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395"/>
              </a:spcBef>
              <a:buFont typeface="Times New Roman"/>
              <a:buChar char="•"/>
              <a:tabLst>
                <a:tab pos="203200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Discover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14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register;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45">
                <a:solidFill>
                  <a:srgbClr val="2F2D2E"/>
                </a:solidFill>
                <a:latin typeface="Lucida Sans Unicode"/>
                <a:cs typeface="Lucida Sans Unicode"/>
              </a:rPr>
              <a:t>manage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14" b="1">
                <a:solidFill>
                  <a:srgbClr val="5B4DFF"/>
                </a:solidFill>
                <a:latin typeface="Trebuchet MS"/>
                <a:cs typeface="Trebuchet MS"/>
              </a:rPr>
              <a:t>QR</a:t>
            </a:r>
            <a:r>
              <a:rPr dirty="0" sz="1750" spc="-100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750" spc="195" b="1">
                <a:solidFill>
                  <a:srgbClr val="5B4DFF"/>
                </a:solidFill>
                <a:latin typeface="Trebuchet MS"/>
                <a:cs typeface="Trebuchet MS"/>
              </a:rPr>
              <a:t>passes</a:t>
            </a:r>
            <a:r>
              <a:rPr dirty="0" sz="1750" spc="15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in-</a:t>
            </a:r>
            <a:r>
              <a:rPr dirty="0" sz="1750" spc="35">
                <a:solidFill>
                  <a:srgbClr val="2F2D2E"/>
                </a:solidFill>
                <a:latin typeface="Lucida Sans Unicode"/>
                <a:cs typeface="Lucida Sans Unicode"/>
              </a:rPr>
              <a:t>app</a:t>
            </a:r>
            <a:endParaRPr sz="1750">
              <a:latin typeface="Lucida Sans Unicode"/>
              <a:cs typeface="Lucida Sans Unicode"/>
            </a:endParaRPr>
          </a:p>
          <a:p>
            <a:pPr marL="203200" indent="-19050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03200" algn="l"/>
              </a:tabLst>
            </a:pPr>
            <a:r>
              <a:rPr dirty="0" sz="1750" spc="75">
                <a:solidFill>
                  <a:srgbClr val="2F2D2E"/>
                </a:solidFill>
                <a:latin typeface="Lucida Sans Unicode"/>
                <a:cs typeface="Lucida Sans Unicode"/>
              </a:rPr>
              <a:t>Attendance</a:t>
            </a:r>
            <a:r>
              <a:rPr dirty="0" sz="1750" spc="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history,</a:t>
            </a:r>
            <a:r>
              <a:rPr dirty="0" sz="1750" spc="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feedback,</a:t>
            </a:r>
            <a:r>
              <a:rPr dirty="0" sz="1750" spc="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14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personal</a:t>
            </a:r>
            <a:r>
              <a:rPr dirty="0" sz="1750" spc="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certificate</a:t>
            </a:r>
            <a:r>
              <a:rPr dirty="0" sz="1750" spc="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35">
                <a:solidFill>
                  <a:srgbClr val="2F2D2E"/>
                </a:solidFill>
                <a:latin typeface="Lucida Sans Unicode"/>
                <a:cs typeface="Lucida Sans Unicode"/>
              </a:rPr>
              <a:t>vault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20146" y="8082211"/>
            <a:ext cx="7756525" cy="1481455"/>
          </a:xfrm>
          <a:custGeom>
            <a:avLst/>
            <a:gdLst/>
            <a:ahLst/>
            <a:cxnLst/>
            <a:rect l="l" t="t" r="r" b="b"/>
            <a:pathLst>
              <a:path w="7756525" h="1481454">
                <a:moveTo>
                  <a:pt x="228600" y="0"/>
                </a:moveTo>
                <a:lnTo>
                  <a:pt x="7527899" y="0"/>
                </a:lnTo>
                <a:lnTo>
                  <a:pt x="7531646" y="0"/>
                </a:lnTo>
                <a:lnTo>
                  <a:pt x="7535379" y="88"/>
                </a:lnTo>
                <a:lnTo>
                  <a:pt x="7539113" y="279"/>
                </a:lnTo>
                <a:lnTo>
                  <a:pt x="7542847" y="457"/>
                </a:lnTo>
                <a:lnTo>
                  <a:pt x="7546581" y="736"/>
                </a:lnTo>
                <a:lnTo>
                  <a:pt x="7550302" y="1104"/>
                </a:lnTo>
                <a:lnTo>
                  <a:pt x="7554036" y="1473"/>
                </a:lnTo>
                <a:lnTo>
                  <a:pt x="7557744" y="1930"/>
                </a:lnTo>
                <a:lnTo>
                  <a:pt x="7561440" y="2476"/>
                </a:lnTo>
                <a:lnTo>
                  <a:pt x="7565135" y="3022"/>
                </a:lnTo>
                <a:lnTo>
                  <a:pt x="7568831" y="3657"/>
                </a:lnTo>
                <a:lnTo>
                  <a:pt x="7572502" y="4394"/>
                </a:lnTo>
                <a:lnTo>
                  <a:pt x="7576172" y="5118"/>
                </a:lnTo>
                <a:lnTo>
                  <a:pt x="7604912" y="13360"/>
                </a:lnTo>
                <a:lnTo>
                  <a:pt x="7608443" y="14617"/>
                </a:lnTo>
                <a:lnTo>
                  <a:pt x="7611922" y="15963"/>
                </a:lnTo>
                <a:lnTo>
                  <a:pt x="7615377" y="17399"/>
                </a:lnTo>
                <a:lnTo>
                  <a:pt x="7618831" y="18834"/>
                </a:lnTo>
                <a:lnTo>
                  <a:pt x="7622247" y="20345"/>
                </a:lnTo>
                <a:lnTo>
                  <a:pt x="7625638" y="21945"/>
                </a:lnTo>
                <a:lnTo>
                  <a:pt x="7629029" y="23545"/>
                </a:lnTo>
                <a:lnTo>
                  <a:pt x="7645425" y="32524"/>
                </a:lnTo>
                <a:lnTo>
                  <a:pt x="7648625" y="34442"/>
                </a:lnTo>
                <a:lnTo>
                  <a:pt x="7651788" y="36449"/>
                </a:lnTo>
                <a:lnTo>
                  <a:pt x="7654899" y="38531"/>
                </a:lnTo>
                <a:lnTo>
                  <a:pt x="7658011" y="40601"/>
                </a:lnTo>
                <a:lnTo>
                  <a:pt x="7672920" y="51892"/>
                </a:lnTo>
                <a:lnTo>
                  <a:pt x="7675816" y="54267"/>
                </a:lnTo>
                <a:lnTo>
                  <a:pt x="7678648" y="56705"/>
                </a:lnTo>
                <a:lnTo>
                  <a:pt x="7681417" y="59220"/>
                </a:lnTo>
                <a:lnTo>
                  <a:pt x="7684198" y="61734"/>
                </a:lnTo>
                <a:lnTo>
                  <a:pt x="7686903" y="64312"/>
                </a:lnTo>
                <a:lnTo>
                  <a:pt x="7689545" y="66954"/>
                </a:lnTo>
                <a:lnTo>
                  <a:pt x="7692186" y="69596"/>
                </a:lnTo>
                <a:lnTo>
                  <a:pt x="7717980" y="101600"/>
                </a:lnTo>
                <a:lnTo>
                  <a:pt x="7723974" y="111074"/>
                </a:lnTo>
                <a:lnTo>
                  <a:pt x="7725905" y="114287"/>
                </a:lnTo>
                <a:lnTo>
                  <a:pt x="7734541" y="130860"/>
                </a:lnTo>
                <a:lnTo>
                  <a:pt x="7736141" y="134239"/>
                </a:lnTo>
                <a:lnTo>
                  <a:pt x="7749641" y="173050"/>
                </a:lnTo>
                <a:lnTo>
                  <a:pt x="7750556" y="176682"/>
                </a:lnTo>
                <a:lnTo>
                  <a:pt x="7754023" y="195059"/>
                </a:lnTo>
                <a:lnTo>
                  <a:pt x="7754581" y="198755"/>
                </a:lnTo>
                <a:lnTo>
                  <a:pt x="7755039" y="202476"/>
                </a:lnTo>
                <a:lnTo>
                  <a:pt x="7755394" y="206197"/>
                </a:lnTo>
                <a:lnTo>
                  <a:pt x="7755763" y="209918"/>
                </a:lnTo>
                <a:lnTo>
                  <a:pt x="7756042" y="213652"/>
                </a:lnTo>
                <a:lnTo>
                  <a:pt x="7756232" y="217385"/>
                </a:lnTo>
                <a:lnTo>
                  <a:pt x="7756410" y="221119"/>
                </a:lnTo>
                <a:lnTo>
                  <a:pt x="7756499" y="224853"/>
                </a:lnTo>
                <a:lnTo>
                  <a:pt x="7756499" y="228600"/>
                </a:lnTo>
                <a:lnTo>
                  <a:pt x="7756499" y="1252283"/>
                </a:lnTo>
                <a:lnTo>
                  <a:pt x="7756499" y="1256030"/>
                </a:lnTo>
                <a:lnTo>
                  <a:pt x="7756410" y="1259776"/>
                </a:lnTo>
                <a:lnTo>
                  <a:pt x="7756232" y="1263510"/>
                </a:lnTo>
                <a:lnTo>
                  <a:pt x="7756042" y="1267244"/>
                </a:lnTo>
                <a:lnTo>
                  <a:pt x="7755763" y="1270965"/>
                </a:lnTo>
                <a:lnTo>
                  <a:pt x="7755394" y="1274699"/>
                </a:lnTo>
                <a:lnTo>
                  <a:pt x="7755039" y="1278420"/>
                </a:lnTo>
                <a:lnTo>
                  <a:pt x="7754581" y="1282128"/>
                </a:lnTo>
                <a:lnTo>
                  <a:pt x="7754023" y="1285824"/>
                </a:lnTo>
                <a:lnTo>
                  <a:pt x="7753477" y="1289532"/>
                </a:lnTo>
                <a:lnTo>
                  <a:pt x="7743139" y="1329296"/>
                </a:lnTo>
                <a:lnTo>
                  <a:pt x="7734541" y="1350022"/>
                </a:lnTo>
                <a:lnTo>
                  <a:pt x="7732953" y="1353413"/>
                </a:lnTo>
                <a:lnTo>
                  <a:pt x="7731277" y="1356753"/>
                </a:lnTo>
                <a:lnTo>
                  <a:pt x="7729512" y="1360043"/>
                </a:lnTo>
                <a:lnTo>
                  <a:pt x="7727746" y="1363345"/>
                </a:lnTo>
                <a:lnTo>
                  <a:pt x="7725905" y="1366596"/>
                </a:lnTo>
                <a:lnTo>
                  <a:pt x="7723974" y="1369809"/>
                </a:lnTo>
                <a:lnTo>
                  <a:pt x="7722057" y="1373022"/>
                </a:lnTo>
                <a:lnTo>
                  <a:pt x="7704607" y="1397304"/>
                </a:lnTo>
                <a:lnTo>
                  <a:pt x="7702232" y="1400200"/>
                </a:lnTo>
                <a:lnTo>
                  <a:pt x="7689545" y="1413929"/>
                </a:lnTo>
                <a:lnTo>
                  <a:pt x="7686903" y="1416583"/>
                </a:lnTo>
                <a:lnTo>
                  <a:pt x="7664081" y="1435900"/>
                </a:lnTo>
                <a:lnTo>
                  <a:pt x="7661071" y="1438135"/>
                </a:lnTo>
                <a:lnTo>
                  <a:pt x="7645425" y="1448358"/>
                </a:lnTo>
                <a:lnTo>
                  <a:pt x="7642212" y="1450289"/>
                </a:lnTo>
                <a:lnTo>
                  <a:pt x="7638961" y="1452130"/>
                </a:lnTo>
                <a:lnTo>
                  <a:pt x="7635659" y="1453896"/>
                </a:lnTo>
                <a:lnTo>
                  <a:pt x="7632369" y="1455661"/>
                </a:lnTo>
                <a:lnTo>
                  <a:pt x="7615377" y="1463484"/>
                </a:lnTo>
                <a:lnTo>
                  <a:pt x="7611922" y="1464919"/>
                </a:lnTo>
                <a:lnTo>
                  <a:pt x="7608443" y="1466265"/>
                </a:lnTo>
                <a:lnTo>
                  <a:pt x="7604912" y="1467523"/>
                </a:lnTo>
                <a:lnTo>
                  <a:pt x="7601394" y="1468780"/>
                </a:lnTo>
                <a:lnTo>
                  <a:pt x="7561440" y="1478419"/>
                </a:lnTo>
                <a:lnTo>
                  <a:pt x="7550302" y="1479778"/>
                </a:lnTo>
                <a:lnTo>
                  <a:pt x="7546581" y="1480159"/>
                </a:lnTo>
                <a:lnTo>
                  <a:pt x="7542847" y="1480426"/>
                </a:lnTo>
                <a:lnTo>
                  <a:pt x="7539113" y="1480616"/>
                </a:lnTo>
                <a:lnTo>
                  <a:pt x="7535379" y="1480794"/>
                </a:lnTo>
                <a:lnTo>
                  <a:pt x="7531646" y="1480883"/>
                </a:lnTo>
                <a:lnTo>
                  <a:pt x="7527899" y="1480883"/>
                </a:lnTo>
                <a:lnTo>
                  <a:pt x="228600" y="1480883"/>
                </a:lnTo>
                <a:lnTo>
                  <a:pt x="224853" y="1480883"/>
                </a:lnTo>
                <a:lnTo>
                  <a:pt x="221119" y="1480794"/>
                </a:lnTo>
                <a:lnTo>
                  <a:pt x="217385" y="1480616"/>
                </a:lnTo>
                <a:lnTo>
                  <a:pt x="213652" y="1480426"/>
                </a:lnTo>
                <a:lnTo>
                  <a:pt x="209918" y="1480159"/>
                </a:lnTo>
                <a:lnTo>
                  <a:pt x="206197" y="1479778"/>
                </a:lnTo>
                <a:lnTo>
                  <a:pt x="202476" y="1479423"/>
                </a:lnTo>
                <a:lnTo>
                  <a:pt x="162242" y="1471041"/>
                </a:lnTo>
                <a:lnTo>
                  <a:pt x="158661" y="1469961"/>
                </a:lnTo>
                <a:lnTo>
                  <a:pt x="155105" y="1468780"/>
                </a:lnTo>
                <a:lnTo>
                  <a:pt x="151587" y="1467523"/>
                </a:lnTo>
                <a:lnTo>
                  <a:pt x="148069" y="1466265"/>
                </a:lnTo>
                <a:lnTo>
                  <a:pt x="144576" y="1464919"/>
                </a:lnTo>
                <a:lnTo>
                  <a:pt x="141122" y="1463484"/>
                </a:lnTo>
                <a:lnTo>
                  <a:pt x="137668" y="1462062"/>
                </a:lnTo>
                <a:lnTo>
                  <a:pt x="111074" y="1448358"/>
                </a:lnTo>
                <a:lnTo>
                  <a:pt x="107861" y="1446441"/>
                </a:lnTo>
                <a:lnTo>
                  <a:pt x="92417" y="1435900"/>
                </a:lnTo>
                <a:lnTo>
                  <a:pt x="89420" y="1433677"/>
                </a:lnTo>
                <a:lnTo>
                  <a:pt x="66954" y="1413929"/>
                </a:lnTo>
                <a:lnTo>
                  <a:pt x="64312" y="1411287"/>
                </a:lnTo>
                <a:lnTo>
                  <a:pt x="61734" y="1408582"/>
                </a:lnTo>
                <a:lnTo>
                  <a:pt x="59220" y="1405801"/>
                </a:lnTo>
                <a:lnTo>
                  <a:pt x="56705" y="1403032"/>
                </a:lnTo>
                <a:lnTo>
                  <a:pt x="54267" y="1400200"/>
                </a:lnTo>
                <a:lnTo>
                  <a:pt x="51892" y="1397304"/>
                </a:lnTo>
                <a:lnTo>
                  <a:pt x="49517" y="1394421"/>
                </a:lnTo>
                <a:lnTo>
                  <a:pt x="38531" y="1379296"/>
                </a:lnTo>
                <a:lnTo>
                  <a:pt x="36448" y="1376184"/>
                </a:lnTo>
                <a:lnTo>
                  <a:pt x="34442" y="1373022"/>
                </a:lnTo>
                <a:lnTo>
                  <a:pt x="32524" y="1369809"/>
                </a:lnTo>
                <a:lnTo>
                  <a:pt x="30594" y="1366596"/>
                </a:lnTo>
                <a:lnTo>
                  <a:pt x="21945" y="1350022"/>
                </a:lnTo>
                <a:lnTo>
                  <a:pt x="20345" y="1346644"/>
                </a:lnTo>
                <a:lnTo>
                  <a:pt x="18834" y="1343228"/>
                </a:lnTo>
                <a:lnTo>
                  <a:pt x="17399" y="1339761"/>
                </a:lnTo>
                <a:lnTo>
                  <a:pt x="15963" y="1336306"/>
                </a:lnTo>
                <a:lnTo>
                  <a:pt x="14617" y="1332826"/>
                </a:lnTo>
                <a:lnTo>
                  <a:pt x="13360" y="1329296"/>
                </a:lnTo>
                <a:lnTo>
                  <a:pt x="12103" y="1325778"/>
                </a:lnTo>
                <a:lnTo>
                  <a:pt x="4394" y="1296885"/>
                </a:lnTo>
                <a:lnTo>
                  <a:pt x="3657" y="1293215"/>
                </a:lnTo>
                <a:lnTo>
                  <a:pt x="3022" y="1289532"/>
                </a:lnTo>
                <a:lnTo>
                  <a:pt x="2476" y="1285824"/>
                </a:lnTo>
                <a:lnTo>
                  <a:pt x="1930" y="1282128"/>
                </a:lnTo>
                <a:lnTo>
                  <a:pt x="279" y="1263510"/>
                </a:lnTo>
                <a:lnTo>
                  <a:pt x="88" y="1259776"/>
                </a:lnTo>
                <a:lnTo>
                  <a:pt x="0" y="1256030"/>
                </a:lnTo>
                <a:lnTo>
                  <a:pt x="0" y="1252283"/>
                </a:lnTo>
                <a:lnTo>
                  <a:pt x="0" y="228600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5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8"/>
                </a:lnTo>
                <a:lnTo>
                  <a:pt x="20345" y="134239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600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1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6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9"/>
                </a:lnTo>
                <a:lnTo>
                  <a:pt x="107861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9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50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872948" y="8328593"/>
            <a:ext cx="6675755" cy="63563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395"/>
              </a:spcBef>
              <a:buFont typeface="Times New Roman"/>
              <a:buChar char="•"/>
              <a:tabLst>
                <a:tab pos="203200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Assigned</a:t>
            </a:r>
            <a:r>
              <a:rPr dirty="0" sz="1750" spc="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roles,</a:t>
            </a:r>
            <a:r>
              <a:rPr dirty="0" sz="1750" spc="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duty</a:t>
            </a:r>
            <a:r>
              <a:rPr dirty="0" sz="1750" spc="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timings,</a:t>
            </a:r>
            <a:r>
              <a:rPr dirty="0" sz="1750" spc="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locations,</a:t>
            </a:r>
            <a:r>
              <a:rPr dirty="0" sz="1750" spc="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14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task</a:t>
            </a:r>
            <a:r>
              <a:rPr dirty="0" sz="1750" spc="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40">
                <a:solidFill>
                  <a:srgbClr val="2F2D2E"/>
                </a:solidFill>
                <a:latin typeface="Lucida Sans Unicode"/>
                <a:cs typeface="Lucida Sans Unicode"/>
              </a:rPr>
              <a:t>status</a:t>
            </a:r>
            <a:endParaRPr sz="1750">
              <a:latin typeface="Lucida Sans Unicode"/>
              <a:cs typeface="Lucida Sans Unicode"/>
            </a:endParaRPr>
          </a:p>
          <a:p>
            <a:pPr marL="203200" indent="-190500">
              <a:lnSpc>
                <a:spcPct val="100000"/>
              </a:lnSpc>
              <a:spcBef>
                <a:spcPts val="300"/>
              </a:spcBef>
              <a:buFont typeface="Times New Roman"/>
              <a:buChar char="•"/>
              <a:tabLst>
                <a:tab pos="203200" algn="l"/>
              </a:tabLst>
            </a:pP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Built-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in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QR</a:t>
            </a:r>
            <a:r>
              <a:rPr dirty="0" sz="17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85">
                <a:solidFill>
                  <a:srgbClr val="2F2D2E"/>
                </a:solidFill>
                <a:latin typeface="Lucida Sans Unicode"/>
                <a:cs typeface="Lucida Sans Unicode"/>
              </a:rPr>
              <a:t>scanner</a:t>
            </a:r>
            <a:r>
              <a:rPr dirty="0" sz="17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for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fast,</a:t>
            </a:r>
            <a:r>
              <a:rPr dirty="0" sz="17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14">
                <a:solidFill>
                  <a:srgbClr val="2F2D2E"/>
                </a:solidFill>
                <a:latin typeface="Lucida Sans Unicode"/>
                <a:cs typeface="Lucida Sans Unicode"/>
              </a:rPr>
              <a:t>accurate</a:t>
            </a:r>
            <a:r>
              <a:rPr dirty="0" sz="17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00">
                <a:solidFill>
                  <a:srgbClr val="2F2D2E"/>
                </a:solidFill>
                <a:latin typeface="Lucida Sans Unicode"/>
                <a:cs typeface="Lucida Sans Unicode"/>
              </a:rPr>
              <a:t>attendance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70">
                <a:solidFill>
                  <a:srgbClr val="2F2D2E"/>
                </a:solidFill>
                <a:latin typeface="Lucida Sans Unicode"/>
                <a:cs typeface="Lucida Sans Unicode"/>
              </a:rPr>
              <a:t>capture</a:t>
            </a:r>
            <a:endParaRPr sz="1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5903" y="903659"/>
            <a:ext cx="549910" cy="549910"/>
          </a:xfrm>
          <a:custGeom>
            <a:avLst/>
            <a:gdLst/>
            <a:ahLst/>
            <a:cxnLst/>
            <a:rect l="l" t="t" r="r" b="b"/>
            <a:pathLst>
              <a:path w="549910" h="549910">
                <a:moveTo>
                  <a:pt x="274789" y="0"/>
                </a:moveTo>
                <a:lnTo>
                  <a:pt x="225398" y="4427"/>
                </a:lnTo>
                <a:lnTo>
                  <a:pt x="178910" y="17192"/>
                </a:lnTo>
                <a:lnTo>
                  <a:pt x="136102" y="37519"/>
                </a:lnTo>
                <a:lnTo>
                  <a:pt x="97750" y="64630"/>
                </a:lnTo>
                <a:lnTo>
                  <a:pt x="64630" y="97750"/>
                </a:lnTo>
                <a:lnTo>
                  <a:pt x="37519" y="136102"/>
                </a:lnTo>
                <a:lnTo>
                  <a:pt x="17192" y="178910"/>
                </a:lnTo>
                <a:lnTo>
                  <a:pt x="4427" y="225398"/>
                </a:lnTo>
                <a:lnTo>
                  <a:pt x="0" y="274789"/>
                </a:lnTo>
                <a:lnTo>
                  <a:pt x="4427" y="324181"/>
                </a:lnTo>
                <a:lnTo>
                  <a:pt x="17192" y="370668"/>
                </a:lnTo>
                <a:lnTo>
                  <a:pt x="37519" y="413477"/>
                </a:lnTo>
                <a:lnTo>
                  <a:pt x="64630" y="451829"/>
                </a:lnTo>
                <a:lnTo>
                  <a:pt x="97750" y="484949"/>
                </a:lnTo>
                <a:lnTo>
                  <a:pt x="136102" y="512060"/>
                </a:lnTo>
                <a:lnTo>
                  <a:pt x="178910" y="532387"/>
                </a:lnTo>
                <a:lnTo>
                  <a:pt x="225398" y="545152"/>
                </a:lnTo>
                <a:lnTo>
                  <a:pt x="274789" y="549579"/>
                </a:lnTo>
                <a:lnTo>
                  <a:pt x="324181" y="545152"/>
                </a:lnTo>
                <a:lnTo>
                  <a:pt x="370668" y="532387"/>
                </a:lnTo>
                <a:lnTo>
                  <a:pt x="413477" y="512060"/>
                </a:lnTo>
                <a:lnTo>
                  <a:pt x="451829" y="484949"/>
                </a:lnTo>
                <a:lnTo>
                  <a:pt x="484949" y="451829"/>
                </a:lnTo>
                <a:lnTo>
                  <a:pt x="512060" y="413477"/>
                </a:lnTo>
                <a:lnTo>
                  <a:pt x="532387" y="370668"/>
                </a:lnTo>
                <a:lnTo>
                  <a:pt x="545152" y="324181"/>
                </a:lnTo>
                <a:lnTo>
                  <a:pt x="549579" y="274789"/>
                </a:lnTo>
                <a:lnTo>
                  <a:pt x="545152" y="225398"/>
                </a:lnTo>
                <a:lnTo>
                  <a:pt x="532387" y="178910"/>
                </a:lnTo>
                <a:lnTo>
                  <a:pt x="512060" y="136102"/>
                </a:lnTo>
                <a:lnTo>
                  <a:pt x="484949" y="97750"/>
                </a:lnTo>
                <a:lnTo>
                  <a:pt x="451829" y="64630"/>
                </a:lnTo>
                <a:lnTo>
                  <a:pt x="413477" y="37519"/>
                </a:lnTo>
                <a:lnTo>
                  <a:pt x="370668" y="17192"/>
                </a:lnTo>
                <a:lnTo>
                  <a:pt x="324181" y="4427"/>
                </a:lnTo>
                <a:lnTo>
                  <a:pt x="274789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36835" y="1036839"/>
            <a:ext cx="2895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65" b="1">
                <a:solidFill>
                  <a:srgbClr val="3F2BFF"/>
                </a:solidFill>
                <a:latin typeface="Trebuchet MS"/>
                <a:cs typeface="Trebuchet MS"/>
              </a:rPr>
              <a:t>08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2055" y="907096"/>
            <a:ext cx="4775200" cy="530225"/>
          </a:xfrm>
          <a:custGeom>
            <a:avLst/>
            <a:gdLst/>
            <a:ahLst/>
            <a:cxnLst/>
            <a:rect l="l" t="t" r="r" b="b"/>
            <a:pathLst>
              <a:path w="4775200" h="530225">
                <a:moveTo>
                  <a:pt x="4307001" y="0"/>
                </a:moveTo>
                <a:lnTo>
                  <a:pt x="467995" y="0"/>
                </a:lnTo>
                <a:lnTo>
                  <a:pt x="391442" y="2066"/>
                </a:lnTo>
                <a:lnTo>
                  <a:pt x="322767" y="8100"/>
                </a:lnTo>
                <a:lnTo>
                  <a:pt x="261664" y="17852"/>
                </a:lnTo>
                <a:lnTo>
                  <a:pt x="207829" y="31073"/>
                </a:lnTo>
                <a:lnTo>
                  <a:pt x="160956" y="47514"/>
                </a:lnTo>
                <a:lnTo>
                  <a:pt x="120740" y="66926"/>
                </a:lnTo>
                <a:lnTo>
                  <a:pt x="86876" y="89059"/>
                </a:lnTo>
                <a:lnTo>
                  <a:pt x="36984" y="140496"/>
                </a:lnTo>
                <a:lnTo>
                  <a:pt x="8839" y="199832"/>
                </a:lnTo>
                <a:lnTo>
                  <a:pt x="0" y="265074"/>
                </a:lnTo>
                <a:lnTo>
                  <a:pt x="2158" y="298311"/>
                </a:lnTo>
                <a:lnTo>
                  <a:pt x="20346" y="360853"/>
                </a:lnTo>
                <a:lnTo>
                  <a:pt x="59059" y="416491"/>
                </a:lnTo>
                <a:lnTo>
                  <a:pt x="120740" y="463234"/>
                </a:lnTo>
                <a:lnTo>
                  <a:pt x="160956" y="482646"/>
                </a:lnTo>
                <a:lnTo>
                  <a:pt x="207829" y="499087"/>
                </a:lnTo>
                <a:lnTo>
                  <a:pt x="261664" y="512309"/>
                </a:lnTo>
                <a:lnTo>
                  <a:pt x="322767" y="522061"/>
                </a:lnTo>
                <a:lnTo>
                  <a:pt x="391442" y="528094"/>
                </a:lnTo>
                <a:lnTo>
                  <a:pt x="467995" y="530161"/>
                </a:lnTo>
                <a:lnTo>
                  <a:pt x="4307001" y="530161"/>
                </a:lnTo>
                <a:lnTo>
                  <a:pt x="4383554" y="528094"/>
                </a:lnTo>
                <a:lnTo>
                  <a:pt x="4452229" y="522061"/>
                </a:lnTo>
                <a:lnTo>
                  <a:pt x="4513332" y="512309"/>
                </a:lnTo>
                <a:lnTo>
                  <a:pt x="4567167" y="499087"/>
                </a:lnTo>
                <a:lnTo>
                  <a:pt x="4614040" y="482646"/>
                </a:lnTo>
                <a:lnTo>
                  <a:pt x="4654256" y="463234"/>
                </a:lnTo>
                <a:lnTo>
                  <a:pt x="4688120" y="441099"/>
                </a:lnTo>
                <a:lnTo>
                  <a:pt x="4738012" y="389660"/>
                </a:lnTo>
                <a:lnTo>
                  <a:pt x="4766157" y="330321"/>
                </a:lnTo>
                <a:lnTo>
                  <a:pt x="4774996" y="265074"/>
                </a:lnTo>
                <a:lnTo>
                  <a:pt x="4772837" y="231839"/>
                </a:lnTo>
                <a:lnTo>
                  <a:pt x="4754650" y="169301"/>
                </a:lnTo>
                <a:lnTo>
                  <a:pt x="4715937" y="113666"/>
                </a:lnTo>
                <a:lnTo>
                  <a:pt x="4654256" y="66926"/>
                </a:lnTo>
                <a:lnTo>
                  <a:pt x="4614040" y="47514"/>
                </a:lnTo>
                <a:lnTo>
                  <a:pt x="4567167" y="31073"/>
                </a:lnTo>
                <a:lnTo>
                  <a:pt x="4513332" y="17852"/>
                </a:lnTo>
                <a:lnTo>
                  <a:pt x="4452229" y="8100"/>
                </a:lnTo>
                <a:lnTo>
                  <a:pt x="4383554" y="2066"/>
                </a:lnTo>
                <a:lnTo>
                  <a:pt x="4307001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19634" y="1036839"/>
            <a:ext cx="44481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Eventura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85" b="1">
                <a:solidFill>
                  <a:srgbClr val="3F2BFF"/>
                </a:solidFill>
                <a:latin typeface="Trebuchet MS"/>
                <a:cs typeface="Trebuchet MS"/>
              </a:rPr>
              <a:t>Platform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Overview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70" b="1">
                <a:solidFill>
                  <a:srgbClr val="3F2BFF"/>
                </a:solidFill>
                <a:latin typeface="Trebuchet MS"/>
                <a:cs typeface="Trebuchet MS"/>
              </a:rPr>
              <a:t>and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Workflow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9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700" spc="-229" b="0">
                <a:latin typeface="Lucida Sans Unicode"/>
                <a:cs typeface="Lucida Sans Unicode"/>
              </a:rPr>
              <a:t>STUDENT</a:t>
            </a:r>
            <a:r>
              <a:rPr dirty="0" sz="5700" spc="-270" b="0">
                <a:latin typeface="Lucida Sans Unicode"/>
                <a:cs typeface="Lucida Sans Unicode"/>
              </a:rPr>
              <a:t> </a:t>
            </a:r>
            <a:r>
              <a:rPr dirty="0" sz="5700" spc="-140" b="0">
                <a:latin typeface="Lucida Sans Unicode"/>
                <a:cs typeface="Lucida Sans Unicode"/>
              </a:rPr>
              <a:t>REGISTRATION</a:t>
            </a:r>
            <a:r>
              <a:rPr dirty="0" sz="5700" spc="-270" b="0">
                <a:latin typeface="Lucida Sans Unicode"/>
                <a:cs typeface="Lucida Sans Unicode"/>
              </a:rPr>
              <a:t> </a:t>
            </a:r>
            <a:r>
              <a:rPr dirty="0" sz="5700" spc="235" b="0">
                <a:latin typeface="Lucida Sans Unicode"/>
                <a:cs typeface="Lucida Sans Unicode"/>
              </a:rPr>
              <a:t>&amp;</a:t>
            </a:r>
            <a:r>
              <a:rPr dirty="0" sz="5700" spc="-270" b="0">
                <a:latin typeface="Lucida Sans Unicode"/>
                <a:cs typeface="Lucida Sans Unicode"/>
              </a:rPr>
              <a:t> </a:t>
            </a:r>
            <a:r>
              <a:rPr dirty="0" sz="5700" b="0">
                <a:latin typeface="Lucida Sans Unicode"/>
                <a:cs typeface="Lucida Sans Unicode"/>
              </a:rPr>
              <a:t>QR</a:t>
            </a:r>
            <a:r>
              <a:rPr dirty="0" sz="5700" spc="-270" b="0">
                <a:latin typeface="Lucida Sans Unicode"/>
                <a:cs typeface="Lucida Sans Unicode"/>
              </a:rPr>
              <a:t> </a:t>
            </a:r>
            <a:r>
              <a:rPr dirty="0" sz="5700" spc="-145" b="0">
                <a:latin typeface="Lucida Sans Unicode"/>
                <a:cs typeface="Lucida Sans Unicode"/>
              </a:rPr>
              <a:t>ATTENDANCE</a:t>
            </a:r>
            <a:endParaRPr sz="57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448" y="3563004"/>
            <a:ext cx="6890384" cy="59575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75">
                <a:solidFill>
                  <a:srgbClr val="2F2D2E"/>
                </a:solidFill>
                <a:latin typeface="Lucida Sans Unicode"/>
                <a:cs typeface="Lucida Sans Unicode"/>
              </a:rPr>
              <a:t>Student</a:t>
            </a:r>
            <a:r>
              <a:rPr dirty="0" sz="250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2F2D2E"/>
                </a:solidFill>
                <a:latin typeface="Lucida Sans Unicode"/>
                <a:cs typeface="Lucida Sans Unicode"/>
              </a:rPr>
              <a:t>journey</a:t>
            </a:r>
            <a:r>
              <a:rPr dirty="0" sz="2500" spc="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05">
                <a:solidFill>
                  <a:srgbClr val="2F2D2E"/>
                </a:solidFill>
                <a:latin typeface="Lucida Sans Unicode"/>
                <a:cs typeface="Lucida Sans Unicode"/>
              </a:rPr>
              <a:t>(end-</a:t>
            </a:r>
            <a:r>
              <a:rPr dirty="0" sz="2500" spc="100">
                <a:solidFill>
                  <a:srgbClr val="2F2D2E"/>
                </a:solidFill>
                <a:latin typeface="Lucida Sans Unicode"/>
                <a:cs typeface="Lucida Sans Unicode"/>
              </a:rPr>
              <a:t>to-</a:t>
            </a:r>
            <a:r>
              <a:rPr dirty="0" sz="2500" spc="85">
                <a:solidFill>
                  <a:srgbClr val="2F2D2E"/>
                </a:solidFill>
                <a:latin typeface="Lucida Sans Unicode"/>
                <a:cs typeface="Lucida Sans Unicode"/>
              </a:rPr>
              <a:t>end)</a:t>
            </a:r>
            <a:endParaRPr sz="2500">
              <a:latin typeface="Lucida Sans Unicode"/>
              <a:cs typeface="Lucida Sans Unicode"/>
            </a:endParaRPr>
          </a:p>
          <a:p>
            <a:pPr marL="214629" indent="-201930">
              <a:lnSpc>
                <a:spcPct val="100000"/>
              </a:lnSpc>
              <a:spcBef>
                <a:spcPts val="1775"/>
              </a:spcBef>
              <a:buFont typeface="Times New Roman"/>
              <a:buChar char="•"/>
              <a:tabLst>
                <a:tab pos="214629" algn="l"/>
              </a:tabLst>
            </a:pP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185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65">
                <a:solidFill>
                  <a:srgbClr val="2F2D2E"/>
                </a:solidFill>
                <a:latin typeface="Lucida Sans Unicode"/>
                <a:cs typeface="Lucida Sans Unicode"/>
              </a:rPr>
              <a:t>page,</a:t>
            </a:r>
            <a:r>
              <a:rPr dirty="0" sz="18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register,</a:t>
            </a:r>
            <a:r>
              <a:rPr dirty="0" sz="18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confirm,</a:t>
            </a:r>
            <a:r>
              <a:rPr dirty="0" sz="18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70">
                <a:solidFill>
                  <a:srgbClr val="2F2D2E"/>
                </a:solidFill>
                <a:latin typeface="Lucida Sans Unicode"/>
                <a:cs typeface="Lucida Sans Unicode"/>
              </a:rPr>
              <a:t>receive</a:t>
            </a:r>
            <a:r>
              <a:rPr dirty="0" sz="18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50">
                <a:solidFill>
                  <a:srgbClr val="2F2D2E"/>
                </a:solidFill>
                <a:latin typeface="Lucida Sans Unicode"/>
                <a:cs typeface="Lucida Sans Unicode"/>
              </a:rPr>
              <a:t>unique</a:t>
            </a:r>
            <a:r>
              <a:rPr dirty="0" sz="18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QR</a:t>
            </a:r>
            <a:r>
              <a:rPr dirty="0" sz="18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80">
                <a:solidFill>
                  <a:srgbClr val="2F2D2E"/>
                </a:solidFill>
                <a:latin typeface="Lucida Sans Unicode"/>
                <a:cs typeface="Lucida Sans Unicode"/>
              </a:rPr>
              <a:t>pass</a:t>
            </a:r>
            <a:endParaRPr sz="1850">
              <a:latin typeface="Lucida Sans Unicode"/>
              <a:cs typeface="Lucida Sans Unicode"/>
            </a:endParaRPr>
          </a:p>
          <a:p>
            <a:pPr marL="214629" indent="-201930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14629" algn="l"/>
              </a:tabLst>
            </a:pP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Event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135">
                <a:solidFill>
                  <a:srgbClr val="2F2D2E"/>
                </a:solidFill>
                <a:latin typeface="Lucida Sans Unicode"/>
                <a:cs typeface="Lucida Sans Unicode"/>
              </a:rPr>
              <a:t>day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55">
                <a:solidFill>
                  <a:srgbClr val="2F2D2E"/>
                </a:solidFill>
                <a:latin typeface="Lucida Sans Unicode"/>
                <a:cs typeface="Lucida Sans Unicode"/>
              </a:rPr>
              <a:t>scan,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instant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check-in,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105">
                <a:solidFill>
                  <a:srgbClr val="2F2D2E"/>
                </a:solidFill>
                <a:latin typeface="Lucida Sans Unicode"/>
                <a:cs typeface="Lucida Sans Unicode"/>
              </a:rPr>
              <a:t>attendance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50">
                <a:solidFill>
                  <a:srgbClr val="2F2D2E"/>
                </a:solidFill>
                <a:latin typeface="Lucida Sans Unicode"/>
                <a:cs typeface="Lucida Sans Unicode"/>
              </a:rPr>
              <a:t>confirmed</a:t>
            </a:r>
            <a:endParaRPr sz="18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605"/>
              </a:spcBef>
            </a:pPr>
            <a:r>
              <a:rPr dirty="0" sz="2500">
                <a:solidFill>
                  <a:srgbClr val="2F2D2E"/>
                </a:solidFill>
                <a:latin typeface="Lucida Sans Unicode"/>
                <a:cs typeface="Lucida Sans Unicode"/>
              </a:rPr>
              <a:t>Digital</a:t>
            </a:r>
            <a:r>
              <a:rPr dirty="0" sz="2500" spc="-1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2F2D2E"/>
                </a:solidFill>
                <a:latin typeface="Lucida Sans Unicode"/>
                <a:cs typeface="Lucida Sans Unicode"/>
              </a:rPr>
              <a:t>QR</a:t>
            </a:r>
            <a:r>
              <a:rPr dirty="0" sz="2500" spc="-114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35">
                <a:solidFill>
                  <a:srgbClr val="2F2D2E"/>
                </a:solidFill>
                <a:latin typeface="Lucida Sans Unicode"/>
                <a:cs typeface="Lucida Sans Unicode"/>
              </a:rPr>
              <a:t>pass</a:t>
            </a:r>
            <a:r>
              <a:rPr dirty="0" sz="2500" spc="-114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25">
                <a:solidFill>
                  <a:srgbClr val="2F2D2E"/>
                </a:solidFill>
                <a:latin typeface="Lucida Sans Unicode"/>
                <a:cs typeface="Lucida Sans Unicode"/>
              </a:rPr>
              <a:t>(mobile)</a:t>
            </a:r>
            <a:endParaRPr sz="2500">
              <a:latin typeface="Lucida Sans Unicode"/>
              <a:cs typeface="Lucida Sans Unicode"/>
            </a:endParaRPr>
          </a:p>
          <a:p>
            <a:pPr marL="214629" indent="-201930">
              <a:lnSpc>
                <a:spcPct val="100000"/>
              </a:lnSpc>
              <a:spcBef>
                <a:spcPts val="1775"/>
              </a:spcBef>
              <a:buFont typeface="Times New Roman"/>
              <a:buChar char="•"/>
              <a:tabLst>
                <a:tab pos="214629" algn="l"/>
              </a:tabLst>
            </a:pP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Includes</a:t>
            </a:r>
            <a:r>
              <a:rPr dirty="0" sz="1850" spc="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event,</a:t>
            </a:r>
            <a:r>
              <a:rPr dirty="0" sz="1850" spc="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student,</a:t>
            </a:r>
            <a:r>
              <a:rPr dirty="0" sz="1850" spc="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65">
                <a:solidFill>
                  <a:srgbClr val="2F2D2E"/>
                </a:solidFill>
                <a:latin typeface="Lucida Sans Unicode"/>
                <a:cs typeface="Lucida Sans Unicode"/>
              </a:rPr>
              <a:t>Reg</a:t>
            </a:r>
            <a:r>
              <a:rPr dirty="0" sz="1850" spc="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35">
                <a:solidFill>
                  <a:srgbClr val="2F2D2E"/>
                </a:solidFill>
                <a:latin typeface="Lucida Sans Unicode"/>
                <a:cs typeface="Lucida Sans Unicode"/>
              </a:rPr>
              <a:t>ID,</a:t>
            </a:r>
            <a:r>
              <a:rPr dirty="0" sz="1850" spc="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date,</a:t>
            </a:r>
            <a:r>
              <a:rPr dirty="0" sz="1850" spc="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venue,</a:t>
            </a:r>
            <a:r>
              <a:rPr dirty="0" sz="1850" spc="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25">
                <a:solidFill>
                  <a:srgbClr val="2F2D2E"/>
                </a:solidFill>
                <a:latin typeface="Lucida Sans Unicode"/>
                <a:cs typeface="Lucida Sans Unicode"/>
              </a:rPr>
              <a:t>QR</a:t>
            </a:r>
            <a:endParaRPr sz="1850">
              <a:latin typeface="Lucida Sans Unicode"/>
              <a:cs typeface="Lucida Sans Unicode"/>
            </a:endParaRPr>
          </a:p>
          <a:p>
            <a:pPr marL="214629" indent="-201930">
              <a:lnSpc>
                <a:spcPct val="100000"/>
              </a:lnSpc>
              <a:spcBef>
                <a:spcPts val="495"/>
              </a:spcBef>
              <a:buFont typeface="Times New Roman"/>
              <a:buChar char="•"/>
              <a:tabLst>
                <a:tab pos="214629" algn="l"/>
              </a:tabLst>
            </a:pP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Works </a:t>
            </a:r>
            <a:r>
              <a:rPr dirty="0" sz="1850" spc="135">
                <a:solidFill>
                  <a:srgbClr val="2F2D2E"/>
                </a:solidFill>
                <a:latin typeface="Lucida Sans Unicode"/>
                <a:cs typeface="Lucida Sans Unicode"/>
              </a:rPr>
              <a:t>as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235">
                <a:solidFill>
                  <a:srgbClr val="2F2D2E"/>
                </a:solidFill>
                <a:latin typeface="Lucida Sans Unicode"/>
                <a:cs typeface="Lucida Sans Unicode"/>
              </a:rPr>
              <a:t>a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single,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verifiable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entry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50">
                <a:solidFill>
                  <a:srgbClr val="2F2D2E"/>
                </a:solidFill>
                <a:latin typeface="Lucida Sans Unicode"/>
                <a:cs typeface="Lucida Sans Unicode"/>
              </a:rPr>
              <a:t>credential</a:t>
            </a:r>
            <a:endParaRPr sz="18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605"/>
              </a:spcBef>
            </a:pPr>
            <a:r>
              <a:rPr dirty="0" sz="2500">
                <a:solidFill>
                  <a:srgbClr val="2F2D2E"/>
                </a:solidFill>
                <a:latin typeface="Lucida Sans Unicode"/>
                <a:cs typeface="Lucida Sans Unicode"/>
              </a:rPr>
              <a:t>Organizer</a:t>
            </a:r>
            <a:r>
              <a:rPr dirty="0" sz="250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2F2D2E"/>
                </a:solidFill>
                <a:latin typeface="Lucida Sans Unicode"/>
                <a:cs typeface="Lucida Sans Unicode"/>
              </a:rPr>
              <a:t>live</a:t>
            </a:r>
            <a:r>
              <a:rPr dirty="0" sz="250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55">
                <a:solidFill>
                  <a:srgbClr val="2F2D2E"/>
                </a:solidFill>
                <a:latin typeface="Lucida Sans Unicode"/>
                <a:cs typeface="Lucida Sans Unicode"/>
              </a:rPr>
              <a:t>check-</a:t>
            </a:r>
            <a:r>
              <a:rPr dirty="0" sz="2500">
                <a:solidFill>
                  <a:srgbClr val="2F2D2E"/>
                </a:solidFill>
                <a:latin typeface="Lucida Sans Unicode"/>
                <a:cs typeface="Lucida Sans Unicode"/>
              </a:rPr>
              <a:t>in</a:t>
            </a:r>
            <a:r>
              <a:rPr dirty="0" sz="250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4">
                <a:solidFill>
                  <a:srgbClr val="2F2D2E"/>
                </a:solidFill>
                <a:latin typeface="Lucida Sans Unicode"/>
                <a:cs typeface="Lucida Sans Unicode"/>
              </a:rPr>
              <a:t>dashboard</a:t>
            </a:r>
            <a:endParaRPr sz="2500">
              <a:latin typeface="Lucida Sans Unicode"/>
              <a:cs typeface="Lucida Sans Unicode"/>
            </a:endParaRPr>
          </a:p>
          <a:p>
            <a:pPr marL="214629" indent="-201930">
              <a:lnSpc>
                <a:spcPct val="100000"/>
              </a:lnSpc>
              <a:spcBef>
                <a:spcPts val="1775"/>
              </a:spcBef>
              <a:buFont typeface="Times New Roman"/>
              <a:buChar char="•"/>
              <a:tabLst>
                <a:tab pos="214629" algn="l"/>
              </a:tabLst>
            </a:pP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Registered:</a:t>
            </a:r>
            <a:r>
              <a:rPr dirty="0" sz="18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204">
                <a:solidFill>
                  <a:srgbClr val="2F2D2E"/>
                </a:solidFill>
                <a:latin typeface="Lucida Sans Unicode"/>
                <a:cs typeface="Lucida Sans Unicode"/>
              </a:rPr>
              <a:t>1,247;</a:t>
            </a:r>
            <a:r>
              <a:rPr dirty="0" sz="1850" spc="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85">
                <a:solidFill>
                  <a:srgbClr val="2F2D2E"/>
                </a:solidFill>
                <a:latin typeface="Lucida Sans Unicode"/>
                <a:cs typeface="Lucida Sans Unicode"/>
              </a:rPr>
              <a:t>Checked</a:t>
            </a:r>
            <a:r>
              <a:rPr dirty="0" sz="1850" spc="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80">
                <a:solidFill>
                  <a:srgbClr val="2F2D2E"/>
                </a:solidFill>
                <a:latin typeface="Lucida Sans Unicode"/>
                <a:cs typeface="Lucida Sans Unicode"/>
              </a:rPr>
              <a:t>In:</a:t>
            </a:r>
            <a:r>
              <a:rPr dirty="0" sz="1850" spc="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35">
                <a:solidFill>
                  <a:srgbClr val="2F2D2E"/>
                </a:solidFill>
                <a:latin typeface="Lucida Sans Unicode"/>
                <a:cs typeface="Lucida Sans Unicode"/>
              </a:rPr>
              <a:t>983;</a:t>
            </a:r>
            <a:r>
              <a:rPr dirty="0" sz="1850" spc="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Pending:</a:t>
            </a:r>
            <a:r>
              <a:rPr dirty="0" sz="1850" spc="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25">
                <a:solidFill>
                  <a:srgbClr val="2F2D2E"/>
                </a:solidFill>
                <a:latin typeface="Lucida Sans Unicode"/>
                <a:cs typeface="Lucida Sans Unicode"/>
              </a:rPr>
              <a:t>264</a:t>
            </a:r>
            <a:endParaRPr sz="1850">
              <a:latin typeface="Lucida Sans Unicode"/>
              <a:cs typeface="Lucida Sans Unicode"/>
            </a:endParaRPr>
          </a:p>
          <a:p>
            <a:pPr marL="214629" indent="-201930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14629" algn="l"/>
              </a:tabLst>
            </a:pPr>
            <a:r>
              <a:rPr dirty="0" sz="1850" spc="80">
                <a:solidFill>
                  <a:srgbClr val="2F2D2E"/>
                </a:solidFill>
                <a:latin typeface="Lucida Sans Unicode"/>
                <a:cs typeface="Lucida Sans Unicode"/>
              </a:rPr>
              <a:t>Attendance</a:t>
            </a:r>
            <a:r>
              <a:rPr dirty="0" sz="18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Rate:</a:t>
            </a:r>
            <a:r>
              <a:rPr dirty="0" sz="18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70" b="1">
                <a:solidFill>
                  <a:srgbClr val="5B4DFF"/>
                </a:solidFill>
                <a:latin typeface="Trebuchet MS"/>
                <a:cs typeface="Trebuchet MS"/>
              </a:rPr>
              <a:t>78.8%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with</a:t>
            </a:r>
            <a:r>
              <a:rPr dirty="0" sz="18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real-time</a:t>
            </a:r>
            <a:r>
              <a:rPr dirty="0" sz="1850" spc="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">
                <a:solidFill>
                  <a:srgbClr val="2F2D2E"/>
                </a:solidFill>
                <a:latin typeface="Lucida Sans Unicode"/>
                <a:cs typeface="Lucida Sans Unicode"/>
              </a:rPr>
              <a:t>refresh</a:t>
            </a:r>
            <a:endParaRPr sz="18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605"/>
              </a:spcBef>
            </a:pPr>
            <a:r>
              <a:rPr dirty="0" sz="2500">
                <a:solidFill>
                  <a:srgbClr val="2F2D2E"/>
                </a:solidFill>
                <a:latin typeface="Lucida Sans Unicode"/>
                <a:cs typeface="Lucida Sans Unicode"/>
              </a:rPr>
              <a:t>QR</a:t>
            </a:r>
            <a:r>
              <a:rPr dirty="0" sz="2500" spc="-1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2F2D2E"/>
                </a:solidFill>
                <a:latin typeface="Lucida Sans Unicode"/>
                <a:cs typeface="Lucida Sans Unicode"/>
              </a:rPr>
              <a:t>validation</a:t>
            </a:r>
            <a:r>
              <a:rPr dirty="0" sz="2500" spc="-114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2F2D2E"/>
                </a:solidFill>
                <a:latin typeface="Lucida Sans Unicode"/>
                <a:cs typeface="Lucida Sans Unicode"/>
              </a:rPr>
              <a:t>logic</a:t>
            </a:r>
            <a:endParaRPr sz="2500">
              <a:latin typeface="Lucida Sans Unicode"/>
              <a:cs typeface="Lucida Sans Unicode"/>
            </a:endParaRPr>
          </a:p>
          <a:p>
            <a:pPr marL="214629" indent="-201930">
              <a:lnSpc>
                <a:spcPct val="100000"/>
              </a:lnSpc>
              <a:spcBef>
                <a:spcPts val="1775"/>
              </a:spcBef>
              <a:buFont typeface="Times New Roman"/>
              <a:buChar char="•"/>
              <a:tabLst>
                <a:tab pos="214629" algn="l"/>
              </a:tabLst>
            </a:pP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Valid</a:t>
            </a:r>
            <a:r>
              <a:rPr dirty="0" sz="1850" spc="1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65">
                <a:solidFill>
                  <a:srgbClr val="2F2D2E"/>
                </a:solidFill>
                <a:latin typeface="Lucida Sans Unicode"/>
                <a:cs typeface="Lucida Sans Unicode"/>
              </a:rPr>
              <a:t>QR:</a:t>
            </a:r>
            <a:r>
              <a:rPr dirty="0" sz="1850" spc="1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entry</a:t>
            </a:r>
            <a:r>
              <a:rPr dirty="0" sz="1850" spc="1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confirmed;</a:t>
            </a:r>
            <a:r>
              <a:rPr dirty="0" sz="1850" spc="1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duplicate:</a:t>
            </a:r>
            <a:r>
              <a:rPr dirty="0" sz="1850" spc="1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50">
                <a:solidFill>
                  <a:srgbClr val="2F2D2E"/>
                </a:solidFill>
                <a:latin typeface="Lucida Sans Unicode"/>
                <a:cs typeface="Lucida Sans Unicode"/>
              </a:rPr>
              <a:t>rejected</a:t>
            </a:r>
            <a:endParaRPr sz="1850">
              <a:latin typeface="Lucida Sans Unicode"/>
              <a:cs typeface="Lucida Sans Unicode"/>
            </a:endParaRPr>
          </a:p>
          <a:p>
            <a:pPr marL="214629" indent="-201930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14629" algn="l"/>
              </a:tabLst>
            </a:pP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Invalid</a:t>
            </a:r>
            <a:r>
              <a:rPr dirty="0" sz="1850" spc="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65">
                <a:solidFill>
                  <a:srgbClr val="2F2D2E"/>
                </a:solidFill>
                <a:latin typeface="Lucida Sans Unicode"/>
                <a:cs typeface="Lucida Sans Unicode"/>
              </a:rPr>
              <a:t>QR:</a:t>
            </a:r>
            <a:r>
              <a:rPr dirty="0" sz="1850" spc="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rejected;</a:t>
            </a:r>
            <a:r>
              <a:rPr dirty="0" sz="1850" spc="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55">
                <a:solidFill>
                  <a:srgbClr val="2F2D2E"/>
                </a:solidFill>
                <a:latin typeface="Lucida Sans Unicode"/>
                <a:cs typeface="Lucida Sans Unicode"/>
              </a:rPr>
              <a:t>prevents</a:t>
            </a:r>
            <a:r>
              <a:rPr dirty="0" sz="1850" spc="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>
                <a:solidFill>
                  <a:srgbClr val="2F2D2E"/>
                </a:solidFill>
                <a:latin typeface="Lucida Sans Unicode"/>
                <a:cs typeface="Lucida Sans Unicode"/>
              </a:rPr>
              <a:t>spoofing</a:t>
            </a:r>
            <a:r>
              <a:rPr dirty="0" sz="1850" spc="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110">
                <a:solidFill>
                  <a:srgbClr val="2F2D2E"/>
                </a:solidFill>
                <a:latin typeface="Lucida Sans Unicode"/>
                <a:cs typeface="Lucida Sans Unicode"/>
              </a:rPr>
              <a:t>at</a:t>
            </a:r>
            <a:r>
              <a:rPr dirty="0" sz="1850" spc="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95">
                <a:solidFill>
                  <a:srgbClr val="2F2D2E"/>
                </a:solidFill>
                <a:latin typeface="Lucida Sans Unicode"/>
                <a:cs typeface="Lucida Sans Unicode"/>
              </a:rPr>
              <a:t>gates</a:t>
            </a:r>
            <a:endParaRPr sz="185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9978" y="3953078"/>
            <a:ext cx="7891754" cy="52611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30"/>
          <p:cNvSpPr/>
          <p:nvPr/>
        </p:nvSpPr>
        <p:spPr>
          <a:xfrm>
            <a:off x="906014" y="904982"/>
            <a:ext cx="544830" cy="544830"/>
          </a:xfrm>
          <a:custGeom>
            <a:avLst/>
            <a:gdLst/>
            <a:ahLst/>
            <a:cxnLst/>
            <a:rect l="l" t="t" r="r" b="b"/>
            <a:pathLst>
              <a:path w="544830" h="544830">
                <a:moveTo>
                  <a:pt x="272148" y="0"/>
                </a:moveTo>
                <a:lnTo>
                  <a:pt x="223232" y="4385"/>
                </a:lnTo>
                <a:lnTo>
                  <a:pt x="177191" y="17027"/>
                </a:lnTo>
                <a:lnTo>
                  <a:pt x="134794" y="37158"/>
                </a:lnTo>
                <a:lnTo>
                  <a:pt x="96811" y="64009"/>
                </a:lnTo>
                <a:lnTo>
                  <a:pt x="64009" y="96811"/>
                </a:lnTo>
                <a:lnTo>
                  <a:pt x="37158" y="134794"/>
                </a:lnTo>
                <a:lnTo>
                  <a:pt x="17027" y="177191"/>
                </a:lnTo>
                <a:lnTo>
                  <a:pt x="4385" y="223232"/>
                </a:lnTo>
                <a:lnTo>
                  <a:pt x="0" y="272148"/>
                </a:lnTo>
                <a:lnTo>
                  <a:pt x="4385" y="321068"/>
                </a:lnTo>
                <a:lnTo>
                  <a:pt x="17027" y="367111"/>
                </a:lnTo>
                <a:lnTo>
                  <a:pt x="37158" y="409510"/>
                </a:lnTo>
                <a:lnTo>
                  <a:pt x="64009" y="447495"/>
                </a:lnTo>
                <a:lnTo>
                  <a:pt x="96811" y="480298"/>
                </a:lnTo>
                <a:lnTo>
                  <a:pt x="134794" y="507150"/>
                </a:lnTo>
                <a:lnTo>
                  <a:pt x="177191" y="527281"/>
                </a:lnTo>
                <a:lnTo>
                  <a:pt x="223232" y="539924"/>
                </a:lnTo>
                <a:lnTo>
                  <a:pt x="272148" y="544309"/>
                </a:lnTo>
                <a:lnTo>
                  <a:pt x="321064" y="539924"/>
                </a:lnTo>
                <a:lnTo>
                  <a:pt x="367104" y="527281"/>
                </a:lnTo>
                <a:lnTo>
                  <a:pt x="409501" y="507150"/>
                </a:lnTo>
                <a:lnTo>
                  <a:pt x="447485" y="480298"/>
                </a:lnTo>
                <a:lnTo>
                  <a:pt x="480286" y="447495"/>
                </a:lnTo>
                <a:lnTo>
                  <a:pt x="507137" y="409510"/>
                </a:lnTo>
                <a:lnTo>
                  <a:pt x="527268" y="367111"/>
                </a:lnTo>
                <a:lnTo>
                  <a:pt x="539911" y="321068"/>
                </a:lnTo>
                <a:lnTo>
                  <a:pt x="544296" y="272148"/>
                </a:lnTo>
                <a:lnTo>
                  <a:pt x="539911" y="223232"/>
                </a:lnTo>
                <a:lnTo>
                  <a:pt x="527268" y="177191"/>
                </a:lnTo>
                <a:lnTo>
                  <a:pt x="507137" y="134794"/>
                </a:lnTo>
                <a:lnTo>
                  <a:pt x="480286" y="96811"/>
                </a:lnTo>
                <a:lnTo>
                  <a:pt x="447485" y="64009"/>
                </a:lnTo>
                <a:lnTo>
                  <a:pt x="409501" y="37158"/>
                </a:lnTo>
                <a:lnTo>
                  <a:pt x="367104" y="17027"/>
                </a:lnTo>
                <a:lnTo>
                  <a:pt x="321064" y="4385"/>
                </a:lnTo>
                <a:lnTo>
                  <a:pt x="272148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036835" y="1036839"/>
            <a:ext cx="2832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0" b="1">
                <a:solidFill>
                  <a:srgbClr val="3F2BFF"/>
                </a:solidFill>
                <a:latin typeface="Trebuchet MS"/>
                <a:cs typeface="Trebuchet MS"/>
              </a:rPr>
              <a:t>09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62055" y="907096"/>
            <a:ext cx="4775200" cy="530225"/>
          </a:xfrm>
          <a:custGeom>
            <a:avLst/>
            <a:gdLst/>
            <a:ahLst/>
            <a:cxnLst/>
            <a:rect l="l" t="t" r="r" b="b"/>
            <a:pathLst>
              <a:path w="4775200" h="530225">
                <a:moveTo>
                  <a:pt x="4307001" y="0"/>
                </a:moveTo>
                <a:lnTo>
                  <a:pt x="467995" y="0"/>
                </a:lnTo>
                <a:lnTo>
                  <a:pt x="391442" y="2066"/>
                </a:lnTo>
                <a:lnTo>
                  <a:pt x="322767" y="8100"/>
                </a:lnTo>
                <a:lnTo>
                  <a:pt x="261664" y="17852"/>
                </a:lnTo>
                <a:lnTo>
                  <a:pt x="207829" y="31073"/>
                </a:lnTo>
                <a:lnTo>
                  <a:pt x="160956" y="47514"/>
                </a:lnTo>
                <a:lnTo>
                  <a:pt x="120740" y="66926"/>
                </a:lnTo>
                <a:lnTo>
                  <a:pt x="86876" y="89059"/>
                </a:lnTo>
                <a:lnTo>
                  <a:pt x="36984" y="140496"/>
                </a:lnTo>
                <a:lnTo>
                  <a:pt x="8839" y="199832"/>
                </a:lnTo>
                <a:lnTo>
                  <a:pt x="0" y="265074"/>
                </a:lnTo>
                <a:lnTo>
                  <a:pt x="2158" y="298311"/>
                </a:lnTo>
                <a:lnTo>
                  <a:pt x="20346" y="360853"/>
                </a:lnTo>
                <a:lnTo>
                  <a:pt x="59059" y="416491"/>
                </a:lnTo>
                <a:lnTo>
                  <a:pt x="120740" y="463234"/>
                </a:lnTo>
                <a:lnTo>
                  <a:pt x="160956" y="482646"/>
                </a:lnTo>
                <a:lnTo>
                  <a:pt x="207829" y="499087"/>
                </a:lnTo>
                <a:lnTo>
                  <a:pt x="261664" y="512309"/>
                </a:lnTo>
                <a:lnTo>
                  <a:pt x="322767" y="522061"/>
                </a:lnTo>
                <a:lnTo>
                  <a:pt x="391442" y="528094"/>
                </a:lnTo>
                <a:lnTo>
                  <a:pt x="467995" y="530161"/>
                </a:lnTo>
                <a:lnTo>
                  <a:pt x="4307001" y="530161"/>
                </a:lnTo>
                <a:lnTo>
                  <a:pt x="4383554" y="528094"/>
                </a:lnTo>
                <a:lnTo>
                  <a:pt x="4452229" y="522061"/>
                </a:lnTo>
                <a:lnTo>
                  <a:pt x="4513332" y="512309"/>
                </a:lnTo>
                <a:lnTo>
                  <a:pt x="4567167" y="499087"/>
                </a:lnTo>
                <a:lnTo>
                  <a:pt x="4614040" y="482646"/>
                </a:lnTo>
                <a:lnTo>
                  <a:pt x="4654256" y="463234"/>
                </a:lnTo>
                <a:lnTo>
                  <a:pt x="4688120" y="441099"/>
                </a:lnTo>
                <a:lnTo>
                  <a:pt x="4738012" y="389660"/>
                </a:lnTo>
                <a:lnTo>
                  <a:pt x="4766157" y="330321"/>
                </a:lnTo>
                <a:lnTo>
                  <a:pt x="4774996" y="265074"/>
                </a:lnTo>
                <a:lnTo>
                  <a:pt x="4772837" y="231839"/>
                </a:lnTo>
                <a:lnTo>
                  <a:pt x="4754650" y="169301"/>
                </a:lnTo>
                <a:lnTo>
                  <a:pt x="4715937" y="113666"/>
                </a:lnTo>
                <a:lnTo>
                  <a:pt x="4654256" y="66926"/>
                </a:lnTo>
                <a:lnTo>
                  <a:pt x="4614040" y="47514"/>
                </a:lnTo>
                <a:lnTo>
                  <a:pt x="4567167" y="31073"/>
                </a:lnTo>
                <a:lnTo>
                  <a:pt x="4513332" y="17852"/>
                </a:lnTo>
                <a:lnTo>
                  <a:pt x="4452229" y="8100"/>
                </a:lnTo>
                <a:lnTo>
                  <a:pt x="4383554" y="2066"/>
                </a:lnTo>
                <a:lnTo>
                  <a:pt x="4307001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819634" y="1036839"/>
            <a:ext cx="44481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Eventura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85" b="1">
                <a:solidFill>
                  <a:srgbClr val="3F2BFF"/>
                </a:solidFill>
                <a:latin typeface="Trebuchet MS"/>
                <a:cs typeface="Trebuchet MS"/>
              </a:rPr>
              <a:t>Platform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Overview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70" b="1">
                <a:solidFill>
                  <a:srgbClr val="3F2BFF"/>
                </a:solidFill>
                <a:latin typeface="Trebuchet MS"/>
                <a:cs typeface="Trebuchet MS"/>
              </a:rPr>
              <a:t>and</a:t>
            </a:r>
            <a:r>
              <a:rPr dirty="0" sz="1600" spc="-125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Workflow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114" b="0">
                <a:latin typeface="Lucida Sans Unicode"/>
                <a:cs typeface="Lucida Sans Unicode"/>
              </a:rPr>
              <a:t>SMART</a:t>
            </a:r>
            <a:r>
              <a:rPr dirty="0" sz="6400" spc="-340" b="0">
                <a:latin typeface="Lucida Sans Unicode"/>
                <a:cs typeface="Lucida Sans Unicode"/>
              </a:rPr>
              <a:t> </a:t>
            </a:r>
            <a:r>
              <a:rPr dirty="0" sz="6400" spc="-245" b="0">
                <a:latin typeface="Lucida Sans Unicode"/>
                <a:cs typeface="Lucida Sans Unicode"/>
              </a:rPr>
              <a:t>EVENT</a:t>
            </a:r>
            <a:r>
              <a:rPr dirty="0" sz="6400" spc="-320" b="0">
                <a:latin typeface="Lucida Sans Unicode"/>
                <a:cs typeface="Lucida Sans Unicode"/>
              </a:rPr>
              <a:t> </a:t>
            </a:r>
            <a:r>
              <a:rPr dirty="0" sz="6400" spc="-160" b="0">
                <a:latin typeface="Lucida Sans Unicode"/>
                <a:cs typeface="Lucida Sans Unicode"/>
              </a:rPr>
              <a:t>CREATION</a:t>
            </a:r>
            <a:r>
              <a:rPr dirty="0" sz="6400" spc="-330" b="0">
                <a:latin typeface="Lucida Sans Unicode"/>
                <a:cs typeface="Lucida Sans Unicode"/>
              </a:rPr>
              <a:t> </a:t>
            </a:r>
            <a:r>
              <a:rPr dirty="0" sz="6400" spc="220" b="0">
                <a:latin typeface="Lucida Sans Unicode"/>
                <a:cs typeface="Lucida Sans Unicode"/>
              </a:rPr>
              <a:t>&amp;</a:t>
            </a:r>
            <a:r>
              <a:rPr dirty="0" sz="6400" spc="-325" b="0">
                <a:latin typeface="Lucida Sans Unicode"/>
                <a:cs typeface="Lucida Sans Unicode"/>
              </a:rPr>
              <a:t> </a:t>
            </a:r>
            <a:r>
              <a:rPr dirty="0" sz="6400" spc="-10" b="0">
                <a:latin typeface="Lucida Sans Unicode"/>
                <a:cs typeface="Lucida Sans Unicode"/>
              </a:rPr>
              <a:t>APPROVAL</a:t>
            </a:r>
            <a:endParaRPr sz="6400">
              <a:latin typeface="Lucida Sans Unicode"/>
              <a:cs typeface="Lucida Sans Unicode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4386986"/>
            <a:ext cx="18288000" cy="4114165"/>
            <a:chOff x="0" y="4386986"/>
            <a:chExt cx="18288000" cy="4114165"/>
          </a:xfrm>
        </p:grpSpPr>
        <p:sp>
          <p:nvSpPr>
            <p:cNvPr id="3" name="object 3"/>
            <p:cNvSpPr/>
            <p:nvPr/>
          </p:nvSpPr>
          <p:spPr>
            <a:xfrm>
              <a:off x="0" y="6353380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 h="0">
                  <a:moveTo>
                    <a:pt x="0" y="0"/>
                  </a:moveTo>
                  <a:lnTo>
                    <a:pt x="1828800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4770676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05244" y="0"/>
                  </a:moveTo>
                  <a:lnTo>
                    <a:pt x="158181" y="5421"/>
                  </a:lnTo>
                  <a:lnTo>
                    <a:pt x="114980" y="20862"/>
                  </a:lnTo>
                  <a:lnTo>
                    <a:pt x="76871" y="45092"/>
                  </a:lnTo>
                  <a:lnTo>
                    <a:pt x="45087" y="76879"/>
                  </a:lnTo>
                  <a:lnTo>
                    <a:pt x="20860" y="114990"/>
                  </a:lnTo>
                  <a:lnTo>
                    <a:pt x="5420" y="158193"/>
                  </a:lnTo>
                  <a:lnTo>
                    <a:pt x="0" y="205257"/>
                  </a:lnTo>
                  <a:lnTo>
                    <a:pt x="5420" y="252320"/>
                  </a:lnTo>
                  <a:lnTo>
                    <a:pt x="20860" y="295524"/>
                  </a:lnTo>
                  <a:lnTo>
                    <a:pt x="45087" y="333635"/>
                  </a:lnTo>
                  <a:lnTo>
                    <a:pt x="76871" y="365421"/>
                  </a:lnTo>
                  <a:lnTo>
                    <a:pt x="114980" y="389652"/>
                  </a:lnTo>
                  <a:lnTo>
                    <a:pt x="158181" y="405093"/>
                  </a:lnTo>
                  <a:lnTo>
                    <a:pt x="205244" y="410514"/>
                  </a:lnTo>
                  <a:lnTo>
                    <a:pt x="252308" y="405093"/>
                  </a:lnTo>
                  <a:lnTo>
                    <a:pt x="295511" y="389652"/>
                  </a:lnTo>
                  <a:lnTo>
                    <a:pt x="333622" y="365421"/>
                  </a:lnTo>
                  <a:lnTo>
                    <a:pt x="365409" y="333635"/>
                  </a:lnTo>
                  <a:lnTo>
                    <a:pt x="389639" y="295524"/>
                  </a:lnTo>
                  <a:lnTo>
                    <a:pt x="405081" y="252320"/>
                  </a:lnTo>
                  <a:lnTo>
                    <a:pt x="410502" y="205257"/>
                  </a:lnTo>
                  <a:lnTo>
                    <a:pt x="405081" y="158193"/>
                  </a:lnTo>
                  <a:lnTo>
                    <a:pt x="389639" y="114990"/>
                  </a:lnTo>
                  <a:lnTo>
                    <a:pt x="365409" y="76879"/>
                  </a:lnTo>
                  <a:lnTo>
                    <a:pt x="333622" y="45092"/>
                  </a:lnTo>
                  <a:lnTo>
                    <a:pt x="295511" y="20862"/>
                  </a:lnTo>
                  <a:lnTo>
                    <a:pt x="252308" y="5421"/>
                  </a:lnTo>
                  <a:lnTo>
                    <a:pt x="205244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770676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410502" y="205257"/>
                  </a:moveTo>
                  <a:lnTo>
                    <a:pt x="405081" y="252320"/>
                  </a:lnTo>
                  <a:lnTo>
                    <a:pt x="389639" y="295524"/>
                  </a:lnTo>
                  <a:lnTo>
                    <a:pt x="365409" y="333635"/>
                  </a:lnTo>
                  <a:lnTo>
                    <a:pt x="333622" y="365421"/>
                  </a:lnTo>
                  <a:lnTo>
                    <a:pt x="295511" y="389652"/>
                  </a:lnTo>
                  <a:lnTo>
                    <a:pt x="252308" y="405093"/>
                  </a:lnTo>
                  <a:lnTo>
                    <a:pt x="205244" y="410514"/>
                  </a:lnTo>
                  <a:lnTo>
                    <a:pt x="158181" y="405093"/>
                  </a:lnTo>
                  <a:lnTo>
                    <a:pt x="114980" y="389652"/>
                  </a:lnTo>
                  <a:lnTo>
                    <a:pt x="76871" y="365421"/>
                  </a:lnTo>
                  <a:lnTo>
                    <a:pt x="45087" y="333635"/>
                  </a:lnTo>
                  <a:lnTo>
                    <a:pt x="20860" y="295524"/>
                  </a:lnTo>
                  <a:lnTo>
                    <a:pt x="5420" y="252320"/>
                  </a:lnTo>
                  <a:lnTo>
                    <a:pt x="0" y="205257"/>
                  </a:lnTo>
                  <a:lnTo>
                    <a:pt x="5420" y="158193"/>
                  </a:lnTo>
                  <a:lnTo>
                    <a:pt x="20860" y="114990"/>
                  </a:lnTo>
                  <a:lnTo>
                    <a:pt x="45087" y="76879"/>
                  </a:lnTo>
                  <a:lnTo>
                    <a:pt x="76871" y="45092"/>
                  </a:lnTo>
                  <a:lnTo>
                    <a:pt x="114980" y="20862"/>
                  </a:lnTo>
                  <a:lnTo>
                    <a:pt x="158181" y="5421"/>
                  </a:lnTo>
                  <a:lnTo>
                    <a:pt x="205244" y="0"/>
                  </a:lnTo>
                  <a:lnTo>
                    <a:pt x="252308" y="5421"/>
                  </a:lnTo>
                  <a:lnTo>
                    <a:pt x="295511" y="20862"/>
                  </a:lnTo>
                  <a:lnTo>
                    <a:pt x="333622" y="45092"/>
                  </a:lnTo>
                  <a:lnTo>
                    <a:pt x="365409" y="76879"/>
                  </a:lnTo>
                  <a:lnTo>
                    <a:pt x="389639" y="114990"/>
                  </a:lnTo>
                  <a:lnTo>
                    <a:pt x="405081" y="158193"/>
                  </a:lnTo>
                  <a:lnTo>
                    <a:pt x="410502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231479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05244" y="0"/>
                  </a:moveTo>
                  <a:lnTo>
                    <a:pt x="158185" y="5421"/>
                  </a:lnTo>
                  <a:lnTo>
                    <a:pt x="114985" y="20862"/>
                  </a:lnTo>
                  <a:lnTo>
                    <a:pt x="76877" y="45092"/>
                  </a:lnTo>
                  <a:lnTo>
                    <a:pt x="45091" y="76879"/>
                  </a:lnTo>
                  <a:lnTo>
                    <a:pt x="20862" y="114990"/>
                  </a:lnTo>
                  <a:lnTo>
                    <a:pt x="5420" y="158193"/>
                  </a:lnTo>
                  <a:lnTo>
                    <a:pt x="0" y="205257"/>
                  </a:lnTo>
                  <a:lnTo>
                    <a:pt x="5420" y="252320"/>
                  </a:lnTo>
                  <a:lnTo>
                    <a:pt x="20862" y="295524"/>
                  </a:lnTo>
                  <a:lnTo>
                    <a:pt x="45091" y="333635"/>
                  </a:lnTo>
                  <a:lnTo>
                    <a:pt x="76877" y="365421"/>
                  </a:lnTo>
                  <a:lnTo>
                    <a:pt x="114985" y="389652"/>
                  </a:lnTo>
                  <a:lnTo>
                    <a:pt x="158185" y="405093"/>
                  </a:lnTo>
                  <a:lnTo>
                    <a:pt x="205244" y="410514"/>
                  </a:lnTo>
                  <a:lnTo>
                    <a:pt x="252308" y="405093"/>
                  </a:lnTo>
                  <a:lnTo>
                    <a:pt x="295511" y="389652"/>
                  </a:lnTo>
                  <a:lnTo>
                    <a:pt x="333622" y="365421"/>
                  </a:lnTo>
                  <a:lnTo>
                    <a:pt x="365409" y="333635"/>
                  </a:lnTo>
                  <a:lnTo>
                    <a:pt x="389639" y="295524"/>
                  </a:lnTo>
                  <a:lnTo>
                    <a:pt x="405081" y="252320"/>
                  </a:lnTo>
                  <a:lnTo>
                    <a:pt x="410502" y="205257"/>
                  </a:lnTo>
                  <a:lnTo>
                    <a:pt x="405081" y="158193"/>
                  </a:lnTo>
                  <a:lnTo>
                    <a:pt x="389639" y="114990"/>
                  </a:lnTo>
                  <a:lnTo>
                    <a:pt x="365409" y="76879"/>
                  </a:lnTo>
                  <a:lnTo>
                    <a:pt x="333622" y="45092"/>
                  </a:lnTo>
                  <a:lnTo>
                    <a:pt x="295511" y="20862"/>
                  </a:lnTo>
                  <a:lnTo>
                    <a:pt x="252308" y="5421"/>
                  </a:lnTo>
                  <a:lnTo>
                    <a:pt x="205244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231479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410502" y="205257"/>
                  </a:moveTo>
                  <a:lnTo>
                    <a:pt x="405081" y="252320"/>
                  </a:lnTo>
                  <a:lnTo>
                    <a:pt x="389639" y="295524"/>
                  </a:lnTo>
                  <a:lnTo>
                    <a:pt x="365409" y="333635"/>
                  </a:lnTo>
                  <a:lnTo>
                    <a:pt x="333622" y="365421"/>
                  </a:lnTo>
                  <a:lnTo>
                    <a:pt x="295511" y="389652"/>
                  </a:lnTo>
                  <a:lnTo>
                    <a:pt x="252308" y="405093"/>
                  </a:lnTo>
                  <a:lnTo>
                    <a:pt x="205244" y="410514"/>
                  </a:lnTo>
                  <a:lnTo>
                    <a:pt x="158185" y="405093"/>
                  </a:lnTo>
                  <a:lnTo>
                    <a:pt x="114985" y="389652"/>
                  </a:lnTo>
                  <a:lnTo>
                    <a:pt x="76877" y="365421"/>
                  </a:lnTo>
                  <a:lnTo>
                    <a:pt x="45091" y="333635"/>
                  </a:lnTo>
                  <a:lnTo>
                    <a:pt x="20862" y="295524"/>
                  </a:lnTo>
                  <a:lnTo>
                    <a:pt x="5420" y="252320"/>
                  </a:lnTo>
                  <a:lnTo>
                    <a:pt x="0" y="205257"/>
                  </a:lnTo>
                  <a:lnTo>
                    <a:pt x="5420" y="158193"/>
                  </a:lnTo>
                  <a:lnTo>
                    <a:pt x="20862" y="114990"/>
                  </a:lnTo>
                  <a:lnTo>
                    <a:pt x="45091" y="76879"/>
                  </a:lnTo>
                  <a:lnTo>
                    <a:pt x="76877" y="45092"/>
                  </a:lnTo>
                  <a:lnTo>
                    <a:pt x="114985" y="20862"/>
                  </a:lnTo>
                  <a:lnTo>
                    <a:pt x="158185" y="5421"/>
                  </a:lnTo>
                  <a:lnTo>
                    <a:pt x="205244" y="0"/>
                  </a:lnTo>
                  <a:lnTo>
                    <a:pt x="252308" y="5421"/>
                  </a:lnTo>
                  <a:lnTo>
                    <a:pt x="295511" y="20862"/>
                  </a:lnTo>
                  <a:lnTo>
                    <a:pt x="333622" y="45092"/>
                  </a:lnTo>
                  <a:lnTo>
                    <a:pt x="365409" y="76879"/>
                  </a:lnTo>
                  <a:lnTo>
                    <a:pt x="389639" y="114990"/>
                  </a:lnTo>
                  <a:lnTo>
                    <a:pt x="405081" y="158193"/>
                  </a:lnTo>
                  <a:lnTo>
                    <a:pt x="410502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692283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05244" y="0"/>
                  </a:moveTo>
                  <a:lnTo>
                    <a:pt x="158185" y="5421"/>
                  </a:lnTo>
                  <a:lnTo>
                    <a:pt x="114985" y="20862"/>
                  </a:lnTo>
                  <a:lnTo>
                    <a:pt x="76877" y="45092"/>
                  </a:lnTo>
                  <a:lnTo>
                    <a:pt x="45091" y="76879"/>
                  </a:lnTo>
                  <a:lnTo>
                    <a:pt x="20862" y="114990"/>
                  </a:lnTo>
                  <a:lnTo>
                    <a:pt x="5420" y="158193"/>
                  </a:lnTo>
                  <a:lnTo>
                    <a:pt x="0" y="205257"/>
                  </a:lnTo>
                  <a:lnTo>
                    <a:pt x="5420" y="252320"/>
                  </a:lnTo>
                  <a:lnTo>
                    <a:pt x="20862" y="295524"/>
                  </a:lnTo>
                  <a:lnTo>
                    <a:pt x="45091" y="333635"/>
                  </a:lnTo>
                  <a:lnTo>
                    <a:pt x="76877" y="365421"/>
                  </a:lnTo>
                  <a:lnTo>
                    <a:pt x="114985" y="389652"/>
                  </a:lnTo>
                  <a:lnTo>
                    <a:pt x="158185" y="405093"/>
                  </a:lnTo>
                  <a:lnTo>
                    <a:pt x="205244" y="410514"/>
                  </a:lnTo>
                  <a:lnTo>
                    <a:pt x="252308" y="405093"/>
                  </a:lnTo>
                  <a:lnTo>
                    <a:pt x="295511" y="389652"/>
                  </a:lnTo>
                  <a:lnTo>
                    <a:pt x="333622" y="365421"/>
                  </a:lnTo>
                  <a:lnTo>
                    <a:pt x="365409" y="333635"/>
                  </a:lnTo>
                  <a:lnTo>
                    <a:pt x="389639" y="295524"/>
                  </a:lnTo>
                  <a:lnTo>
                    <a:pt x="405081" y="252320"/>
                  </a:lnTo>
                  <a:lnTo>
                    <a:pt x="410502" y="205257"/>
                  </a:lnTo>
                  <a:lnTo>
                    <a:pt x="405081" y="158193"/>
                  </a:lnTo>
                  <a:lnTo>
                    <a:pt x="389639" y="114990"/>
                  </a:lnTo>
                  <a:lnTo>
                    <a:pt x="365409" y="76879"/>
                  </a:lnTo>
                  <a:lnTo>
                    <a:pt x="333622" y="45092"/>
                  </a:lnTo>
                  <a:lnTo>
                    <a:pt x="295511" y="20862"/>
                  </a:lnTo>
                  <a:lnTo>
                    <a:pt x="252308" y="5421"/>
                  </a:lnTo>
                  <a:lnTo>
                    <a:pt x="205244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692283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410502" y="205257"/>
                  </a:moveTo>
                  <a:lnTo>
                    <a:pt x="405081" y="252320"/>
                  </a:lnTo>
                  <a:lnTo>
                    <a:pt x="389639" y="295524"/>
                  </a:lnTo>
                  <a:lnTo>
                    <a:pt x="365409" y="333635"/>
                  </a:lnTo>
                  <a:lnTo>
                    <a:pt x="333622" y="365421"/>
                  </a:lnTo>
                  <a:lnTo>
                    <a:pt x="295511" y="389652"/>
                  </a:lnTo>
                  <a:lnTo>
                    <a:pt x="252308" y="405093"/>
                  </a:lnTo>
                  <a:lnTo>
                    <a:pt x="205244" y="410514"/>
                  </a:lnTo>
                  <a:lnTo>
                    <a:pt x="158185" y="405093"/>
                  </a:lnTo>
                  <a:lnTo>
                    <a:pt x="114985" y="389652"/>
                  </a:lnTo>
                  <a:lnTo>
                    <a:pt x="76877" y="365421"/>
                  </a:lnTo>
                  <a:lnTo>
                    <a:pt x="45091" y="333635"/>
                  </a:lnTo>
                  <a:lnTo>
                    <a:pt x="20862" y="295524"/>
                  </a:lnTo>
                  <a:lnTo>
                    <a:pt x="5420" y="252320"/>
                  </a:lnTo>
                  <a:lnTo>
                    <a:pt x="0" y="205257"/>
                  </a:lnTo>
                  <a:lnTo>
                    <a:pt x="5420" y="158193"/>
                  </a:lnTo>
                  <a:lnTo>
                    <a:pt x="20862" y="114990"/>
                  </a:lnTo>
                  <a:lnTo>
                    <a:pt x="45091" y="76879"/>
                  </a:lnTo>
                  <a:lnTo>
                    <a:pt x="76877" y="45092"/>
                  </a:lnTo>
                  <a:lnTo>
                    <a:pt x="114985" y="20862"/>
                  </a:lnTo>
                  <a:lnTo>
                    <a:pt x="158185" y="5421"/>
                  </a:lnTo>
                  <a:lnTo>
                    <a:pt x="205244" y="0"/>
                  </a:lnTo>
                  <a:lnTo>
                    <a:pt x="252308" y="5421"/>
                  </a:lnTo>
                  <a:lnTo>
                    <a:pt x="295511" y="20862"/>
                  </a:lnTo>
                  <a:lnTo>
                    <a:pt x="333622" y="45092"/>
                  </a:lnTo>
                  <a:lnTo>
                    <a:pt x="365409" y="76879"/>
                  </a:lnTo>
                  <a:lnTo>
                    <a:pt x="389639" y="114990"/>
                  </a:lnTo>
                  <a:lnTo>
                    <a:pt x="405081" y="158193"/>
                  </a:lnTo>
                  <a:lnTo>
                    <a:pt x="410502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001058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05244" y="0"/>
                  </a:moveTo>
                  <a:lnTo>
                    <a:pt x="158185" y="5421"/>
                  </a:lnTo>
                  <a:lnTo>
                    <a:pt x="114985" y="20862"/>
                  </a:lnTo>
                  <a:lnTo>
                    <a:pt x="76877" y="45092"/>
                  </a:lnTo>
                  <a:lnTo>
                    <a:pt x="45091" y="76879"/>
                  </a:lnTo>
                  <a:lnTo>
                    <a:pt x="20862" y="114990"/>
                  </a:lnTo>
                  <a:lnTo>
                    <a:pt x="5420" y="158193"/>
                  </a:lnTo>
                  <a:lnTo>
                    <a:pt x="0" y="205257"/>
                  </a:lnTo>
                  <a:lnTo>
                    <a:pt x="5420" y="252320"/>
                  </a:lnTo>
                  <a:lnTo>
                    <a:pt x="20862" y="295524"/>
                  </a:lnTo>
                  <a:lnTo>
                    <a:pt x="45091" y="333635"/>
                  </a:lnTo>
                  <a:lnTo>
                    <a:pt x="76877" y="365421"/>
                  </a:lnTo>
                  <a:lnTo>
                    <a:pt x="114985" y="389652"/>
                  </a:lnTo>
                  <a:lnTo>
                    <a:pt x="158185" y="405093"/>
                  </a:lnTo>
                  <a:lnTo>
                    <a:pt x="205244" y="410514"/>
                  </a:lnTo>
                  <a:lnTo>
                    <a:pt x="252308" y="405093"/>
                  </a:lnTo>
                  <a:lnTo>
                    <a:pt x="295511" y="389652"/>
                  </a:lnTo>
                  <a:lnTo>
                    <a:pt x="333622" y="365421"/>
                  </a:lnTo>
                  <a:lnTo>
                    <a:pt x="365409" y="333635"/>
                  </a:lnTo>
                  <a:lnTo>
                    <a:pt x="389639" y="295524"/>
                  </a:lnTo>
                  <a:lnTo>
                    <a:pt x="405081" y="252320"/>
                  </a:lnTo>
                  <a:lnTo>
                    <a:pt x="410502" y="205257"/>
                  </a:lnTo>
                  <a:lnTo>
                    <a:pt x="405081" y="158193"/>
                  </a:lnTo>
                  <a:lnTo>
                    <a:pt x="389639" y="114990"/>
                  </a:lnTo>
                  <a:lnTo>
                    <a:pt x="365409" y="76879"/>
                  </a:lnTo>
                  <a:lnTo>
                    <a:pt x="333622" y="45092"/>
                  </a:lnTo>
                  <a:lnTo>
                    <a:pt x="295511" y="20862"/>
                  </a:lnTo>
                  <a:lnTo>
                    <a:pt x="252308" y="5421"/>
                  </a:lnTo>
                  <a:lnTo>
                    <a:pt x="205244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001058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410502" y="205257"/>
                  </a:moveTo>
                  <a:lnTo>
                    <a:pt x="405081" y="252320"/>
                  </a:lnTo>
                  <a:lnTo>
                    <a:pt x="389639" y="295524"/>
                  </a:lnTo>
                  <a:lnTo>
                    <a:pt x="365409" y="333635"/>
                  </a:lnTo>
                  <a:lnTo>
                    <a:pt x="333622" y="365421"/>
                  </a:lnTo>
                  <a:lnTo>
                    <a:pt x="295511" y="389652"/>
                  </a:lnTo>
                  <a:lnTo>
                    <a:pt x="252308" y="405093"/>
                  </a:lnTo>
                  <a:lnTo>
                    <a:pt x="205244" y="410514"/>
                  </a:lnTo>
                  <a:lnTo>
                    <a:pt x="158185" y="405093"/>
                  </a:lnTo>
                  <a:lnTo>
                    <a:pt x="114985" y="389652"/>
                  </a:lnTo>
                  <a:lnTo>
                    <a:pt x="76877" y="365421"/>
                  </a:lnTo>
                  <a:lnTo>
                    <a:pt x="45091" y="333635"/>
                  </a:lnTo>
                  <a:lnTo>
                    <a:pt x="20862" y="295524"/>
                  </a:lnTo>
                  <a:lnTo>
                    <a:pt x="5420" y="252320"/>
                  </a:lnTo>
                  <a:lnTo>
                    <a:pt x="0" y="205257"/>
                  </a:lnTo>
                  <a:lnTo>
                    <a:pt x="5420" y="158193"/>
                  </a:lnTo>
                  <a:lnTo>
                    <a:pt x="20862" y="114990"/>
                  </a:lnTo>
                  <a:lnTo>
                    <a:pt x="45091" y="76879"/>
                  </a:lnTo>
                  <a:lnTo>
                    <a:pt x="76877" y="45092"/>
                  </a:lnTo>
                  <a:lnTo>
                    <a:pt x="114985" y="20862"/>
                  </a:lnTo>
                  <a:lnTo>
                    <a:pt x="158185" y="5421"/>
                  </a:lnTo>
                  <a:lnTo>
                    <a:pt x="205244" y="0"/>
                  </a:lnTo>
                  <a:lnTo>
                    <a:pt x="252308" y="5421"/>
                  </a:lnTo>
                  <a:lnTo>
                    <a:pt x="295511" y="20862"/>
                  </a:lnTo>
                  <a:lnTo>
                    <a:pt x="333622" y="45092"/>
                  </a:lnTo>
                  <a:lnTo>
                    <a:pt x="365409" y="76879"/>
                  </a:lnTo>
                  <a:lnTo>
                    <a:pt x="389639" y="114990"/>
                  </a:lnTo>
                  <a:lnTo>
                    <a:pt x="405081" y="158193"/>
                  </a:lnTo>
                  <a:lnTo>
                    <a:pt x="410502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61862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05244" y="0"/>
                  </a:moveTo>
                  <a:lnTo>
                    <a:pt x="158185" y="5421"/>
                  </a:lnTo>
                  <a:lnTo>
                    <a:pt x="114985" y="20862"/>
                  </a:lnTo>
                  <a:lnTo>
                    <a:pt x="76877" y="45092"/>
                  </a:lnTo>
                  <a:lnTo>
                    <a:pt x="45091" y="76879"/>
                  </a:lnTo>
                  <a:lnTo>
                    <a:pt x="20862" y="114990"/>
                  </a:lnTo>
                  <a:lnTo>
                    <a:pt x="5420" y="158193"/>
                  </a:lnTo>
                  <a:lnTo>
                    <a:pt x="0" y="205257"/>
                  </a:lnTo>
                  <a:lnTo>
                    <a:pt x="5420" y="252320"/>
                  </a:lnTo>
                  <a:lnTo>
                    <a:pt x="20862" y="295524"/>
                  </a:lnTo>
                  <a:lnTo>
                    <a:pt x="45091" y="333635"/>
                  </a:lnTo>
                  <a:lnTo>
                    <a:pt x="76877" y="365421"/>
                  </a:lnTo>
                  <a:lnTo>
                    <a:pt x="114985" y="389652"/>
                  </a:lnTo>
                  <a:lnTo>
                    <a:pt x="158185" y="405093"/>
                  </a:lnTo>
                  <a:lnTo>
                    <a:pt x="205244" y="410514"/>
                  </a:lnTo>
                  <a:lnTo>
                    <a:pt x="252308" y="405093"/>
                  </a:lnTo>
                  <a:lnTo>
                    <a:pt x="295511" y="389652"/>
                  </a:lnTo>
                  <a:lnTo>
                    <a:pt x="333622" y="365421"/>
                  </a:lnTo>
                  <a:lnTo>
                    <a:pt x="365409" y="333635"/>
                  </a:lnTo>
                  <a:lnTo>
                    <a:pt x="389639" y="295524"/>
                  </a:lnTo>
                  <a:lnTo>
                    <a:pt x="405081" y="252320"/>
                  </a:lnTo>
                  <a:lnTo>
                    <a:pt x="410502" y="205257"/>
                  </a:lnTo>
                  <a:lnTo>
                    <a:pt x="405081" y="158193"/>
                  </a:lnTo>
                  <a:lnTo>
                    <a:pt x="389639" y="114990"/>
                  </a:lnTo>
                  <a:lnTo>
                    <a:pt x="365409" y="76879"/>
                  </a:lnTo>
                  <a:lnTo>
                    <a:pt x="333622" y="45092"/>
                  </a:lnTo>
                  <a:lnTo>
                    <a:pt x="295511" y="20862"/>
                  </a:lnTo>
                  <a:lnTo>
                    <a:pt x="252308" y="5421"/>
                  </a:lnTo>
                  <a:lnTo>
                    <a:pt x="205244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61862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410502" y="205257"/>
                  </a:moveTo>
                  <a:lnTo>
                    <a:pt x="405081" y="252320"/>
                  </a:lnTo>
                  <a:lnTo>
                    <a:pt x="389639" y="295524"/>
                  </a:lnTo>
                  <a:lnTo>
                    <a:pt x="365409" y="333635"/>
                  </a:lnTo>
                  <a:lnTo>
                    <a:pt x="333622" y="365421"/>
                  </a:lnTo>
                  <a:lnTo>
                    <a:pt x="295511" y="389652"/>
                  </a:lnTo>
                  <a:lnTo>
                    <a:pt x="252308" y="405093"/>
                  </a:lnTo>
                  <a:lnTo>
                    <a:pt x="205244" y="410514"/>
                  </a:lnTo>
                  <a:lnTo>
                    <a:pt x="158185" y="405093"/>
                  </a:lnTo>
                  <a:lnTo>
                    <a:pt x="114985" y="389652"/>
                  </a:lnTo>
                  <a:lnTo>
                    <a:pt x="76877" y="365421"/>
                  </a:lnTo>
                  <a:lnTo>
                    <a:pt x="45091" y="333635"/>
                  </a:lnTo>
                  <a:lnTo>
                    <a:pt x="20862" y="295524"/>
                  </a:lnTo>
                  <a:lnTo>
                    <a:pt x="5420" y="252320"/>
                  </a:lnTo>
                  <a:lnTo>
                    <a:pt x="0" y="205257"/>
                  </a:lnTo>
                  <a:lnTo>
                    <a:pt x="5420" y="158193"/>
                  </a:lnTo>
                  <a:lnTo>
                    <a:pt x="20862" y="114990"/>
                  </a:lnTo>
                  <a:lnTo>
                    <a:pt x="45091" y="76879"/>
                  </a:lnTo>
                  <a:lnTo>
                    <a:pt x="76877" y="45092"/>
                  </a:lnTo>
                  <a:lnTo>
                    <a:pt x="114985" y="20862"/>
                  </a:lnTo>
                  <a:lnTo>
                    <a:pt x="158185" y="5421"/>
                  </a:lnTo>
                  <a:lnTo>
                    <a:pt x="205244" y="0"/>
                  </a:lnTo>
                  <a:lnTo>
                    <a:pt x="252308" y="5421"/>
                  </a:lnTo>
                  <a:lnTo>
                    <a:pt x="295511" y="20862"/>
                  </a:lnTo>
                  <a:lnTo>
                    <a:pt x="333622" y="45092"/>
                  </a:lnTo>
                  <a:lnTo>
                    <a:pt x="365409" y="76879"/>
                  </a:lnTo>
                  <a:lnTo>
                    <a:pt x="389639" y="114990"/>
                  </a:lnTo>
                  <a:lnTo>
                    <a:pt x="405081" y="158193"/>
                  </a:lnTo>
                  <a:lnTo>
                    <a:pt x="410502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22653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05257" y="0"/>
                  </a:moveTo>
                  <a:lnTo>
                    <a:pt x="158197" y="5421"/>
                  </a:lnTo>
                  <a:lnTo>
                    <a:pt x="114996" y="20862"/>
                  </a:lnTo>
                  <a:lnTo>
                    <a:pt x="76884" y="45092"/>
                  </a:lnTo>
                  <a:lnTo>
                    <a:pt x="45096" y="76879"/>
                  </a:lnTo>
                  <a:lnTo>
                    <a:pt x="20864" y="114990"/>
                  </a:lnTo>
                  <a:lnTo>
                    <a:pt x="5421" y="158193"/>
                  </a:lnTo>
                  <a:lnTo>
                    <a:pt x="0" y="205257"/>
                  </a:lnTo>
                  <a:lnTo>
                    <a:pt x="5421" y="252320"/>
                  </a:lnTo>
                  <a:lnTo>
                    <a:pt x="20864" y="295524"/>
                  </a:lnTo>
                  <a:lnTo>
                    <a:pt x="45096" y="333635"/>
                  </a:lnTo>
                  <a:lnTo>
                    <a:pt x="76884" y="365421"/>
                  </a:lnTo>
                  <a:lnTo>
                    <a:pt x="114996" y="389652"/>
                  </a:lnTo>
                  <a:lnTo>
                    <a:pt x="158197" y="405093"/>
                  </a:lnTo>
                  <a:lnTo>
                    <a:pt x="205257" y="410514"/>
                  </a:lnTo>
                  <a:lnTo>
                    <a:pt x="252320" y="405093"/>
                  </a:lnTo>
                  <a:lnTo>
                    <a:pt x="295524" y="389652"/>
                  </a:lnTo>
                  <a:lnTo>
                    <a:pt x="333635" y="365421"/>
                  </a:lnTo>
                  <a:lnTo>
                    <a:pt x="365421" y="333635"/>
                  </a:lnTo>
                  <a:lnTo>
                    <a:pt x="389652" y="295524"/>
                  </a:lnTo>
                  <a:lnTo>
                    <a:pt x="405093" y="252320"/>
                  </a:lnTo>
                  <a:lnTo>
                    <a:pt x="410514" y="205257"/>
                  </a:lnTo>
                  <a:lnTo>
                    <a:pt x="405093" y="158193"/>
                  </a:lnTo>
                  <a:lnTo>
                    <a:pt x="389652" y="114990"/>
                  </a:lnTo>
                  <a:lnTo>
                    <a:pt x="365421" y="76879"/>
                  </a:lnTo>
                  <a:lnTo>
                    <a:pt x="333635" y="45092"/>
                  </a:lnTo>
                  <a:lnTo>
                    <a:pt x="295524" y="20862"/>
                  </a:lnTo>
                  <a:lnTo>
                    <a:pt x="252320" y="5421"/>
                  </a:lnTo>
                  <a:lnTo>
                    <a:pt x="205257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22653" y="614812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410514" y="205257"/>
                  </a:moveTo>
                  <a:lnTo>
                    <a:pt x="405093" y="252320"/>
                  </a:lnTo>
                  <a:lnTo>
                    <a:pt x="389652" y="295524"/>
                  </a:lnTo>
                  <a:lnTo>
                    <a:pt x="365421" y="333635"/>
                  </a:lnTo>
                  <a:lnTo>
                    <a:pt x="333635" y="365421"/>
                  </a:lnTo>
                  <a:lnTo>
                    <a:pt x="295524" y="389652"/>
                  </a:lnTo>
                  <a:lnTo>
                    <a:pt x="252320" y="405093"/>
                  </a:lnTo>
                  <a:lnTo>
                    <a:pt x="205257" y="410514"/>
                  </a:lnTo>
                  <a:lnTo>
                    <a:pt x="158197" y="405093"/>
                  </a:lnTo>
                  <a:lnTo>
                    <a:pt x="114996" y="389652"/>
                  </a:lnTo>
                  <a:lnTo>
                    <a:pt x="76884" y="365421"/>
                  </a:lnTo>
                  <a:lnTo>
                    <a:pt x="45096" y="333635"/>
                  </a:lnTo>
                  <a:lnTo>
                    <a:pt x="20864" y="295524"/>
                  </a:lnTo>
                  <a:lnTo>
                    <a:pt x="5421" y="252320"/>
                  </a:lnTo>
                  <a:lnTo>
                    <a:pt x="0" y="205257"/>
                  </a:lnTo>
                  <a:lnTo>
                    <a:pt x="5421" y="158193"/>
                  </a:lnTo>
                  <a:lnTo>
                    <a:pt x="20864" y="114990"/>
                  </a:lnTo>
                  <a:lnTo>
                    <a:pt x="45096" y="76879"/>
                  </a:lnTo>
                  <a:lnTo>
                    <a:pt x="76884" y="45092"/>
                  </a:lnTo>
                  <a:lnTo>
                    <a:pt x="114996" y="20862"/>
                  </a:lnTo>
                  <a:lnTo>
                    <a:pt x="158197" y="5421"/>
                  </a:lnTo>
                  <a:lnTo>
                    <a:pt x="205257" y="0"/>
                  </a:lnTo>
                  <a:lnTo>
                    <a:pt x="252320" y="5421"/>
                  </a:lnTo>
                  <a:lnTo>
                    <a:pt x="295524" y="20862"/>
                  </a:lnTo>
                  <a:lnTo>
                    <a:pt x="333635" y="45092"/>
                  </a:lnTo>
                  <a:lnTo>
                    <a:pt x="365421" y="76879"/>
                  </a:lnTo>
                  <a:lnTo>
                    <a:pt x="389652" y="114990"/>
                  </a:lnTo>
                  <a:lnTo>
                    <a:pt x="405093" y="158193"/>
                  </a:lnTo>
                  <a:lnTo>
                    <a:pt x="410514" y="205257"/>
                  </a:lnTo>
                </a:path>
              </a:pathLst>
            </a:custGeom>
            <a:ln w="12941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206287" y="4386986"/>
              <a:ext cx="0" cy="1755139"/>
            </a:xfrm>
            <a:custGeom>
              <a:avLst/>
              <a:gdLst/>
              <a:ahLst/>
              <a:cxnLst/>
              <a:rect l="l" t="t" r="r" b="b"/>
              <a:pathLst>
                <a:path w="0" h="1755139">
                  <a:moveTo>
                    <a:pt x="0" y="175467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67090" y="4386986"/>
              <a:ext cx="0" cy="1755139"/>
            </a:xfrm>
            <a:custGeom>
              <a:avLst/>
              <a:gdLst/>
              <a:ahLst/>
              <a:cxnLst/>
              <a:rect l="l" t="t" r="r" b="b"/>
              <a:pathLst>
                <a:path w="0" h="1755139">
                  <a:moveTo>
                    <a:pt x="0" y="175467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27893" y="4713705"/>
              <a:ext cx="0" cy="1428115"/>
            </a:xfrm>
            <a:custGeom>
              <a:avLst/>
              <a:gdLst/>
              <a:ahLst/>
              <a:cxnLst/>
              <a:rect l="l" t="t" r="r" b="b"/>
              <a:pathLst>
                <a:path w="0" h="1428114">
                  <a:moveTo>
                    <a:pt x="0" y="142794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975904" y="6565105"/>
              <a:ext cx="0" cy="1936114"/>
            </a:xfrm>
            <a:custGeom>
              <a:avLst/>
              <a:gdLst/>
              <a:ahLst/>
              <a:cxnLst/>
              <a:rect l="l" t="t" r="r" b="b"/>
              <a:pathLst>
                <a:path w="0" h="1936115">
                  <a:moveTo>
                    <a:pt x="0" y="1935695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436744" y="6565111"/>
              <a:ext cx="0" cy="1779905"/>
            </a:xfrm>
            <a:custGeom>
              <a:avLst/>
              <a:gdLst/>
              <a:ahLst/>
              <a:cxnLst/>
              <a:rect l="l" t="t" r="r" b="b"/>
              <a:pathLst>
                <a:path w="0" h="1779904">
                  <a:moveTo>
                    <a:pt x="0" y="177966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897510" y="6565111"/>
              <a:ext cx="0" cy="1694814"/>
            </a:xfrm>
            <a:custGeom>
              <a:avLst/>
              <a:gdLst/>
              <a:ahLst/>
              <a:cxnLst/>
              <a:rect l="l" t="t" r="r" b="b"/>
              <a:pathLst>
                <a:path w="0" h="1694815">
                  <a:moveTo>
                    <a:pt x="0" y="169431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3F2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326939" y="4579139"/>
            <a:ext cx="2027555" cy="10750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50" spc="-215">
                <a:solidFill>
                  <a:srgbClr val="2F2D2E"/>
                </a:solidFill>
                <a:latin typeface="Lucida Sans Unicode"/>
                <a:cs typeface="Lucida Sans Unicode"/>
              </a:rPr>
              <a:t>1)</a:t>
            </a:r>
            <a:r>
              <a:rPr dirty="0" sz="2150" spc="-9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80">
                <a:solidFill>
                  <a:srgbClr val="2F2D2E"/>
                </a:solidFill>
                <a:latin typeface="Lucida Sans Unicode"/>
                <a:cs typeface="Lucida Sans Unicode"/>
              </a:rPr>
              <a:t>Basic</a:t>
            </a:r>
            <a:r>
              <a:rPr dirty="0" sz="21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2F2D2E"/>
                </a:solidFill>
                <a:latin typeface="Lucida Sans Unicode"/>
                <a:cs typeface="Lucida Sans Unicode"/>
              </a:rPr>
              <a:t>Details</a:t>
            </a:r>
            <a:endParaRPr sz="2150">
              <a:latin typeface="Lucida Sans Unicode"/>
              <a:cs typeface="Lucida Sans Unicode"/>
            </a:endParaRPr>
          </a:p>
          <a:p>
            <a:pPr marL="12700" marR="142240">
              <a:lnSpc>
                <a:spcPct val="102200"/>
              </a:lnSpc>
              <a:spcBef>
                <a:spcPts val="1880"/>
              </a:spcBef>
            </a:pPr>
            <a:r>
              <a:rPr dirty="0" sz="1550" spc="55">
                <a:solidFill>
                  <a:srgbClr val="2F2D2E"/>
                </a:solidFill>
                <a:latin typeface="Lucida Sans Unicode"/>
                <a:cs typeface="Lucida Sans Unicode"/>
              </a:rPr>
              <a:t>Name,</a:t>
            </a:r>
            <a:r>
              <a:rPr dirty="0" sz="1550" spc="-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40">
                <a:solidFill>
                  <a:srgbClr val="2F2D2E"/>
                </a:solidFill>
                <a:latin typeface="Lucida Sans Unicode"/>
                <a:cs typeface="Lucida Sans Unicode"/>
              </a:rPr>
              <a:t>category, </a:t>
            </a:r>
            <a:r>
              <a:rPr dirty="0" sz="1550">
                <a:solidFill>
                  <a:srgbClr val="2F2D2E"/>
                </a:solidFill>
                <a:latin typeface="Lucida Sans Unicode"/>
                <a:cs typeface="Lucida Sans Unicode"/>
              </a:rPr>
              <a:t>poster,</a:t>
            </a:r>
            <a:r>
              <a:rPr dirty="0" sz="15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2F2D2E"/>
                </a:solidFill>
                <a:latin typeface="Lucida Sans Unicode"/>
                <a:cs typeface="Lucida Sans Unicode"/>
              </a:rPr>
              <a:t>description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66135" y="4252426"/>
            <a:ext cx="2099310" cy="1401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94615">
              <a:lnSpc>
                <a:spcPct val="100000"/>
              </a:lnSpc>
              <a:spcBef>
                <a:spcPts val="90"/>
              </a:spcBef>
            </a:pPr>
            <a:r>
              <a:rPr dirty="0" sz="2150" spc="80">
                <a:solidFill>
                  <a:srgbClr val="2F2D2E"/>
                </a:solidFill>
                <a:latin typeface="Lucida Sans Unicode"/>
                <a:cs typeface="Lucida Sans Unicode"/>
              </a:rPr>
              <a:t>3)</a:t>
            </a:r>
            <a:r>
              <a:rPr dirty="0" sz="215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2F2D2E"/>
                </a:solidFill>
                <a:latin typeface="Lucida Sans Unicode"/>
                <a:cs typeface="Lucida Sans Unicode"/>
              </a:rPr>
              <a:t>Registration </a:t>
            </a:r>
            <a:r>
              <a:rPr dirty="0" sz="2150" spc="45">
                <a:solidFill>
                  <a:srgbClr val="2F2D2E"/>
                </a:solidFill>
                <a:latin typeface="Lucida Sans Unicode"/>
                <a:cs typeface="Lucida Sans Unicode"/>
              </a:rPr>
              <a:t>Setup</a:t>
            </a:r>
            <a:endParaRPr sz="2150">
              <a:latin typeface="Lucida Sans Unicode"/>
              <a:cs typeface="Lucida Sans Unicode"/>
            </a:endParaRPr>
          </a:p>
          <a:p>
            <a:pPr marL="12700" marR="5080">
              <a:lnSpc>
                <a:spcPct val="102200"/>
              </a:lnSpc>
              <a:spcBef>
                <a:spcPts val="1875"/>
              </a:spcBef>
            </a:pPr>
            <a:r>
              <a:rPr dirty="0" sz="1550">
                <a:solidFill>
                  <a:srgbClr val="2F2D2E"/>
                </a:solidFill>
                <a:latin typeface="Lucida Sans Unicode"/>
                <a:cs typeface="Lucida Sans Unicode"/>
              </a:rPr>
              <a:t>Deadline,</a:t>
            </a:r>
            <a:r>
              <a:rPr dirty="0" sz="1550" spc="1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2F2D2E"/>
                </a:solidFill>
                <a:latin typeface="Lucida Sans Unicode"/>
                <a:cs typeface="Lucida Sans Unicode"/>
              </a:rPr>
              <a:t>solo/team, </a:t>
            </a:r>
            <a:r>
              <a:rPr dirty="0" sz="1550" spc="80">
                <a:solidFill>
                  <a:srgbClr val="2F2D2E"/>
                </a:solidFill>
                <a:latin typeface="Lucida Sans Unicode"/>
                <a:cs typeface="Lucida Sans Unicode"/>
              </a:rPr>
              <a:t>custom</a:t>
            </a:r>
            <a:r>
              <a:rPr dirty="0" sz="15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20">
                <a:solidFill>
                  <a:srgbClr val="2F2D2E"/>
                </a:solidFill>
                <a:latin typeface="Lucida Sans Unicode"/>
                <a:cs typeface="Lucida Sans Unicode"/>
              </a:rPr>
              <a:t>fields,</a:t>
            </a:r>
            <a:r>
              <a:rPr dirty="0" sz="1550" spc="-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2F2D2E"/>
                </a:solidFill>
                <a:latin typeface="Lucida Sans Unicode"/>
                <a:cs typeface="Lucida Sans Unicode"/>
              </a:rPr>
              <a:t>limits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405333" y="4252426"/>
            <a:ext cx="2262505" cy="1401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311785">
              <a:lnSpc>
                <a:spcPct val="100000"/>
              </a:lnSpc>
              <a:spcBef>
                <a:spcPts val="90"/>
              </a:spcBef>
            </a:pPr>
            <a:r>
              <a:rPr dirty="0" sz="2150" spc="120">
                <a:solidFill>
                  <a:srgbClr val="2F2D2E"/>
                </a:solidFill>
                <a:latin typeface="Lucida Sans Unicode"/>
                <a:cs typeface="Lucida Sans Unicode"/>
              </a:rPr>
              <a:t>5)</a:t>
            </a:r>
            <a:r>
              <a:rPr dirty="0" sz="215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2F2D2E"/>
                </a:solidFill>
                <a:latin typeface="Lucida Sans Unicode"/>
                <a:cs typeface="Lucida Sans Unicode"/>
              </a:rPr>
              <a:t>Certificates Rules</a:t>
            </a:r>
            <a:endParaRPr sz="2150">
              <a:latin typeface="Lucida Sans Unicode"/>
              <a:cs typeface="Lucida Sans Unicode"/>
            </a:endParaRPr>
          </a:p>
          <a:p>
            <a:pPr marL="12700" marR="5080">
              <a:lnSpc>
                <a:spcPct val="102200"/>
              </a:lnSpc>
              <a:spcBef>
                <a:spcPts val="1875"/>
              </a:spcBef>
            </a:pPr>
            <a:r>
              <a:rPr dirty="0" sz="1550">
                <a:solidFill>
                  <a:srgbClr val="2F2D2E"/>
                </a:solidFill>
                <a:latin typeface="Lucida Sans Unicode"/>
                <a:cs typeface="Lucida Sans Unicode"/>
              </a:rPr>
              <a:t>Template,</a:t>
            </a:r>
            <a:r>
              <a:rPr dirty="0" sz="1550" spc="30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2F2D2E"/>
                </a:solidFill>
                <a:latin typeface="Lucida Sans Unicode"/>
                <a:cs typeface="Lucida Sans Unicode"/>
              </a:rPr>
              <a:t>type, eligibility,</a:t>
            </a:r>
            <a:r>
              <a:rPr dirty="0" sz="1550" spc="-7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65">
                <a:solidFill>
                  <a:srgbClr val="2F2D2E"/>
                </a:solidFill>
                <a:latin typeface="Lucida Sans Unicode"/>
                <a:cs typeface="Lucida Sans Unicode"/>
              </a:rPr>
              <a:t>release</a:t>
            </a:r>
            <a:r>
              <a:rPr dirty="0" sz="1550" spc="-7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85">
                <a:solidFill>
                  <a:srgbClr val="2F2D2E"/>
                </a:solidFill>
                <a:latin typeface="Lucida Sans Unicode"/>
                <a:cs typeface="Lucida Sans Unicode"/>
              </a:rPr>
              <a:t>date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96518" y="6976340"/>
            <a:ext cx="2016125" cy="1642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06680">
              <a:lnSpc>
                <a:spcPct val="100000"/>
              </a:lnSpc>
              <a:spcBef>
                <a:spcPts val="90"/>
              </a:spcBef>
            </a:pPr>
            <a:r>
              <a:rPr dirty="0" sz="2150" spc="60">
                <a:solidFill>
                  <a:srgbClr val="2F2D2E"/>
                </a:solidFill>
                <a:latin typeface="Lucida Sans Unicode"/>
                <a:cs typeface="Lucida Sans Unicode"/>
              </a:rPr>
              <a:t>2)</a:t>
            </a:r>
            <a:r>
              <a:rPr dirty="0" sz="21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65">
                <a:solidFill>
                  <a:srgbClr val="2F2D2E"/>
                </a:solidFill>
                <a:latin typeface="Lucida Sans Unicode"/>
                <a:cs typeface="Lucida Sans Unicode"/>
              </a:rPr>
              <a:t>Schedule</a:t>
            </a:r>
            <a:r>
              <a:rPr dirty="0" sz="21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25">
                <a:solidFill>
                  <a:srgbClr val="2F2D2E"/>
                </a:solidFill>
                <a:latin typeface="Lucida Sans Unicode"/>
                <a:cs typeface="Lucida Sans Unicode"/>
              </a:rPr>
              <a:t>&amp; </a:t>
            </a:r>
            <a:r>
              <a:rPr dirty="0" sz="2150" spc="50">
                <a:solidFill>
                  <a:srgbClr val="2F2D2E"/>
                </a:solidFill>
                <a:latin typeface="Lucida Sans Unicode"/>
                <a:cs typeface="Lucida Sans Unicode"/>
              </a:rPr>
              <a:t>Venue</a:t>
            </a:r>
            <a:endParaRPr sz="2150">
              <a:latin typeface="Lucida Sans Unicode"/>
              <a:cs typeface="Lucida Sans Unicode"/>
            </a:endParaRPr>
          </a:p>
          <a:p>
            <a:pPr marL="12700" marR="5080">
              <a:lnSpc>
                <a:spcPct val="102200"/>
              </a:lnSpc>
              <a:spcBef>
                <a:spcPts val="1875"/>
              </a:spcBef>
            </a:pPr>
            <a:r>
              <a:rPr dirty="0" sz="1550">
                <a:solidFill>
                  <a:srgbClr val="2F2D2E"/>
                </a:solidFill>
                <a:latin typeface="Lucida Sans Unicode"/>
                <a:cs typeface="Lucida Sans Unicode"/>
              </a:rPr>
              <a:t>Date,</a:t>
            </a:r>
            <a:r>
              <a:rPr dirty="0" sz="1550" spc="-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55">
                <a:solidFill>
                  <a:srgbClr val="2F2D2E"/>
                </a:solidFill>
                <a:latin typeface="Lucida Sans Unicode"/>
                <a:cs typeface="Lucida Sans Unicode"/>
              </a:rPr>
              <a:t>time</a:t>
            </a:r>
            <a:r>
              <a:rPr dirty="0" sz="1550" spc="-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2F2D2E"/>
                </a:solidFill>
                <a:latin typeface="Lucida Sans Unicode"/>
                <a:cs typeface="Lucida Sans Unicode"/>
              </a:rPr>
              <a:t>blocks, </a:t>
            </a:r>
            <a:r>
              <a:rPr dirty="0" sz="1550">
                <a:solidFill>
                  <a:srgbClr val="2F2D2E"/>
                </a:solidFill>
                <a:latin typeface="Lucida Sans Unicode"/>
                <a:cs typeface="Lucida Sans Unicode"/>
              </a:rPr>
              <a:t>venue,</a:t>
            </a:r>
            <a:r>
              <a:rPr dirty="0" sz="1550" spc="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105">
                <a:solidFill>
                  <a:srgbClr val="2F2D2E"/>
                </a:solidFill>
                <a:latin typeface="Lucida Sans Unicode"/>
                <a:cs typeface="Lucida Sans Unicode"/>
              </a:rPr>
              <a:t>capacity</a:t>
            </a:r>
            <a:r>
              <a:rPr dirty="0" sz="1550" spc="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25">
                <a:solidFill>
                  <a:srgbClr val="2F2D2E"/>
                </a:solidFill>
                <a:latin typeface="Lucida Sans Unicode"/>
                <a:cs typeface="Lucida Sans Unicode"/>
              </a:rPr>
              <a:t>per </a:t>
            </a:r>
            <a:r>
              <a:rPr dirty="0" sz="1550" spc="-20">
                <a:solidFill>
                  <a:srgbClr val="2F2D2E"/>
                </a:solidFill>
                <a:latin typeface="Lucida Sans Unicode"/>
                <a:cs typeface="Lucida Sans Unicode"/>
              </a:rPr>
              <a:t>slot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35752" y="6976340"/>
            <a:ext cx="2250440" cy="172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1015">
              <a:lnSpc>
                <a:spcPct val="100000"/>
              </a:lnSpc>
              <a:spcBef>
                <a:spcPts val="90"/>
              </a:spcBef>
            </a:pPr>
            <a:r>
              <a:rPr dirty="0" sz="2150" spc="120">
                <a:solidFill>
                  <a:srgbClr val="2F2D2E"/>
                </a:solidFill>
                <a:latin typeface="Lucida Sans Unicode"/>
                <a:cs typeface="Lucida Sans Unicode"/>
              </a:rPr>
              <a:t>4)</a:t>
            </a:r>
            <a:r>
              <a:rPr dirty="0" sz="215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0">
                <a:solidFill>
                  <a:srgbClr val="2F2D2E"/>
                </a:solidFill>
                <a:latin typeface="Lucida Sans Unicode"/>
                <a:cs typeface="Lucida Sans Unicode"/>
              </a:rPr>
              <a:t>Ops: </a:t>
            </a:r>
            <a:r>
              <a:rPr dirty="0" sz="2150">
                <a:solidFill>
                  <a:srgbClr val="2F2D2E"/>
                </a:solidFill>
                <a:latin typeface="Lucida Sans Unicode"/>
                <a:cs typeface="Lucida Sans Unicode"/>
              </a:rPr>
              <a:t>Volunteers</a:t>
            </a:r>
            <a:r>
              <a:rPr dirty="0" sz="2150" spc="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25">
                <a:solidFill>
                  <a:srgbClr val="2F2D2E"/>
                </a:solidFill>
                <a:latin typeface="Lucida Sans Unicode"/>
                <a:cs typeface="Lucida Sans Unicode"/>
              </a:rPr>
              <a:t>&amp; </a:t>
            </a:r>
            <a:r>
              <a:rPr dirty="0" sz="2150" spc="50">
                <a:solidFill>
                  <a:srgbClr val="2F2D2E"/>
                </a:solidFill>
                <a:latin typeface="Lucida Sans Unicode"/>
                <a:cs typeface="Lucida Sans Unicode"/>
              </a:rPr>
              <a:t>Budget</a:t>
            </a:r>
            <a:endParaRPr sz="2150">
              <a:latin typeface="Lucida Sans Unicode"/>
              <a:cs typeface="Lucida Sans Unicode"/>
            </a:endParaRPr>
          </a:p>
          <a:p>
            <a:pPr marL="12700" marR="5080">
              <a:lnSpc>
                <a:spcPct val="102200"/>
              </a:lnSpc>
              <a:spcBef>
                <a:spcPts val="1864"/>
              </a:spcBef>
            </a:pPr>
            <a:r>
              <a:rPr dirty="0" sz="1550">
                <a:solidFill>
                  <a:srgbClr val="2F2D2E"/>
                </a:solidFill>
                <a:latin typeface="Lucida Sans Unicode"/>
                <a:cs typeface="Lucida Sans Unicode"/>
              </a:rPr>
              <a:t>Roles,</a:t>
            </a:r>
            <a:r>
              <a:rPr dirty="0" sz="1550" spc="-25">
                <a:solidFill>
                  <a:srgbClr val="2F2D2E"/>
                </a:solidFill>
                <a:latin typeface="Lucida Sans Unicode"/>
                <a:cs typeface="Lucida Sans Unicode"/>
              </a:rPr>
              <a:t> shifts, </a:t>
            </a:r>
            <a:r>
              <a:rPr dirty="0" sz="1550">
                <a:solidFill>
                  <a:srgbClr val="2F2D2E"/>
                </a:solidFill>
                <a:latin typeface="Lucida Sans Unicode"/>
                <a:cs typeface="Lucida Sans Unicode"/>
              </a:rPr>
              <a:t>tasks</a:t>
            </a:r>
            <a:r>
              <a:rPr dirty="0" sz="15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50">
                <a:solidFill>
                  <a:srgbClr val="2F2D2E"/>
                </a:solidFill>
                <a:latin typeface="Lucida Sans Unicode"/>
                <a:cs typeface="Lucida Sans Unicode"/>
              </a:rPr>
              <a:t>+ </a:t>
            </a:r>
            <a:r>
              <a:rPr dirty="0" sz="1550" spc="70">
                <a:solidFill>
                  <a:srgbClr val="2F2D2E"/>
                </a:solidFill>
                <a:latin typeface="Lucida Sans Unicode"/>
                <a:cs typeface="Lucida Sans Unicode"/>
              </a:rPr>
              <a:t>estimate</a:t>
            </a:r>
            <a:r>
              <a:rPr dirty="0" sz="15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85">
                <a:solidFill>
                  <a:srgbClr val="2F2D2E"/>
                </a:solidFill>
                <a:latin typeface="Lucida Sans Unicode"/>
                <a:cs typeface="Lucida Sans Unicode"/>
              </a:rPr>
              <a:t>&amp;</a:t>
            </a:r>
            <a:r>
              <a:rPr dirty="0" sz="1550" spc="-6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55">
                <a:solidFill>
                  <a:srgbClr val="2F2D2E"/>
                </a:solidFill>
                <a:latin typeface="Lucida Sans Unicode"/>
                <a:cs typeface="Lucida Sans Unicode"/>
              </a:rPr>
              <a:t>categories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174949" y="6976340"/>
            <a:ext cx="2265680" cy="18846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2150" spc="130">
                <a:solidFill>
                  <a:srgbClr val="2F2D2E"/>
                </a:solidFill>
                <a:latin typeface="Lucida Sans Unicode"/>
                <a:cs typeface="Lucida Sans Unicode"/>
              </a:rPr>
              <a:t>6)</a:t>
            </a:r>
            <a:r>
              <a:rPr dirty="0" sz="2150" spc="-10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2F2D2E"/>
                </a:solidFill>
                <a:latin typeface="Lucida Sans Unicode"/>
                <a:cs typeface="Lucida Sans Unicode"/>
              </a:rPr>
              <a:t>Review, </a:t>
            </a:r>
            <a:r>
              <a:rPr dirty="0" sz="2150">
                <a:solidFill>
                  <a:srgbClr val="2F2D2E"/>
                </a:solidFill>
                <a:latin typeface="Lucida Sans Unicode"/>
                <a:cs typeface="Lucida Sans Unicode"/>
              </a:rPr>
              <a:t>Submit,</a:t>
            </a:r>
            <a:r>
              <a:rPr dirty="0" sz="2150" spc="-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2F2D2E"/>
                </a:solidFill>
                <a:latin typeface="Lucida Sans Unicode"/>
                <a:cs typeface="Lucida Sans Unicode"/>
              </a:rPr>
              <a:t>Approve</a:t>
            </a:r>
            <a:endParaRPr sz="2150">
              <a:latin typeface="Lucida Sans Unicode"/>
              <a:cs typeface="Lucida Sans Unicode"/>
            </a:endParaRPr>
          </a:p>
          <a:p>
            <a:pPr marL="12700" marR="46990">
              <a:lnSpc>
                <a:spcPct val="102200"/>
              </a:lnSpc>
              <a:spcBef>
                <a:spcPts val="1875"/>
              </a:spcBef>
            </a:pPr>
            <a:r>
              <a:rPr dirty="0" sz="1550">
                <a:solidFill>
                  <a:srgbClr val="2F2D2E"/>
                </a:solidFill>
                <a:latin typeface="Lucida Sans Unicode"/>
                <a:cs typeface="Lucida Sans Unicode"/>
              </a:rPr>
              <a:t>Organizer</a:t>
            </a:r>
            <a:r>
              <a:rPr dirty="0" sz="1550" spc="1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2F2D2E"/>
                </a:solidFill>
                <a:latin typeface="Lucida Sans Unicode"/>
                <a:cs typeface="Lucida Sans Unicode"/>
              </a:rPr>
              <a:t>submit; Admin </a:t>
            </a:r>
            <a:r>
              <a:rPr dirty="0" sz="1550" spc="75">
                <a:solidFill>
                  <a:srgbClr val="2F2D2E"/>
                </a:solidFill>
                <a:latin typeface="Lucida Sans Unicode"/>
                <a:cs typeface="Lucida Sans Unicode"/>
              </a:rPr>
              <a:t>approve/changes;</a:t>
            </a:r>
            <a:r>
              <a:rPr dirty="0" sz="1550" spc="-5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50">
                <a:solidFill>
                  <a:srgbClr val="2F2D2E"/>
                </a:solidFill>
                <a:latin typeface="Lucida Sans Unicode"/>
                <a:cs typeface="Lucida Sans Unicode"/>
              </a:rPr>
              <a:t>go </a:t>
            </a:r>
            <a:r>
              <a:rPr dirty="0" sz="1550" spc="-20">
                <a:solidFill>
                  <a:srgbClr val="2F2D2E"/>
                </a:solidFill>
                <a:latin typeface="Lucida Sans Unicode"/>
                <a:cs typeface="Lucida Sans Unicode"/>
              </a:rPr>
              <a:t>live</a:t>
            </a:r>
            <a:endParaRPr sz="1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3476" y="6589637"/>
            <a:ext cx="12148820" cy="2537460"/>
          </a:xfrm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marL="12700" marR="5080">
              <a:lnSpc>
                <a:spcPts val="9460"/>
              </a:lnSpc>
              <a:spcBef>
                <a:spcPts val="1060"/>
              </a:spcBef>
            </a:pPr>
            <a:r>
              <a:rPr dirty="0" sz="8600" b="0">
                <a:solidFill>
                  <a:srgbClr val="FFFFFF"/>
                </a:solidFill>
                <a:latin typeface="Lucida Sans Unicode"/>
                <a:cs typeface="Lucida Sans Unicode"/>
              </a:rPr>
              <a:t>Operations,</a:t>
            </a:r>
            <a:r>
              <a:rPr dirty="0" sz="8600" spc="6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8600" spc="175" b="0">
                <a:solidFill>
                  <a:srgbClr val="FFFFFF"/>
                </a:solidFill>
                <a:latin typeface="Lucida Sans Unicode"/>
                <a:cs typeface="Lucida Sans Unicode"/>
              </a:rPr>
              <a:t>Feedback, </a:t>
            </a:r>
            <a:r>
              <a:rPr dirty="0" sz="8600" spc="515" b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8600" spc="-42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8600" spc="75" b="0">
                <a:solidFill>
                  <a:srgbClr val="FFFFFF"/>
                </a:solidFill>
                <a:latin typeface="Lucida Sans Unicode"/>
                <a:cs typeface="Lucida Sans Unicode"/>
              </a:rPr>
              <a:t>Closing</a:t>
            </a:r>
            <a:endParaRPr sz="8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1617" y="948822"/>
            <a:ext cx="459740" cy="459740"/>
          </a:xfrm>
          <a:custGeom>
            <a:avLst/>
            <a:gdLst/>
            <a:ahLst/>
            <a:cxnLst/>
            <a:rect l="l" t="t" r="r" b="b"/>
            <a:pathLst>
              <a:path w="459740" h="459740">
                <a:moveTo>
                  <a:pt x="229755" y="0"/>
                </a:moveTo>
                <a:lnTo>
                  <a:pt x="183453" y="4668"/>
                </a:lnTo>
                <a:lnTo>
                  <a:pt x="140326" y="18056"/>
                </a:lnTo>
                <a:lnTo>
                  <a:pt x="101299" y="39239"/>
                </a:lnTo>
                <a:lnTo>
                  <a:pt x="67295" y="67295"/>
                </a:lnTo>
                <a:lnTo>
                  <a:pt x="39239" y="101299"/>
                </a:lnTo>
                <a:lnTo>
                  <a:pt x="18056" y="140326"/>
                </a:lnTo>
                <a:lnTo>
                  <a:pt x="4668" y="183453"/>
                </a:lnTo>
                <a:lnTo>
                  <a:pt x="0" y="229755"/>
                </a:lnTo>
                <a:lnTo>
                  <a:pt x="4668" y="276053"/>
                </a:lnTo>
                <a:lnTo>
                  <a:pt x="18056" y="319177"/>
                </a:lnTo>
                <a:lnTo>
                  <a:pt x="39239" y="358202"/>
                </a:lnTo>
                <a:lnTo>
                  <a:pt x="67295" y="392204"/>
                </a:lnTo>
                <a:lnTo>
                  <a:pt x="101299" y="420259"/>
                </a:lnTo>
                <a:lnTo>
                  <a:pt x="140326" y="441442"/>
                </a:lnTo>
                <a:lnTo>
                  <a:pt x="183453" y="454830"/>
                </a:lnTo>
                <a:lnTo>
                  <a:pt x="229755" y="459498"/>
                </a:lnTo>
                <a:lnTo>
                  <a:pt x="276058" y="454830"/>
                </a:lnTo>
                <a:lnTo>
                  <a:pt x="319184" y="441442"/>
                </a:lnTo>
                <a:lnTo>
                  <a:pt x="358212" y="420259"/>
                </a:lnTo>
                <a:lnTo>
                  <a:pt x="392215" y="392204"/>
                </a:lnTo>
                <a:lnTo>
                  <a:pt x="420271" y="358202"/>
                </a:lnTo>
                <a:lnTo>
                  <a:pt x="441455" y="319177"/>
                </a:lnTo>
                <a:lnTo>
                  <a:pt x="454843" y="276053"/>
                </a:lnTo>
                <a:lnTo>
                  <a:pt x="459511" y="229755"/>
                </a:lnTo>
                <a:lnTo>
                  <a:pt x="454843" y="183453"/>
                </a:lnTo>
                <a:lnTo>
                  <a:pt x="441455" y="140326"/>
                </a:lnTo>
                <a:lnTo>
                  <a:pt x="420271" y="101299"/>
                </a:lnTo>
                <a:lnTo>
                  <a:pt x="392215" y="67295"/>
                </a:lnTo>
                <a:lnTo>
                  <a:pt x="358212" y="39239"/>
                </a:lnTo>
                <a:lnTo>
                  <a:pt x="319184" y="18056"/>
                </a:lnTo>
                <a:lnTo>
                  <a:pt x="276058" y="4668"/>
                </a:lnTo>
                <a:lnTo>
                  <a:pt x="229755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36835" y="1036839"/>
            <a:ext cx="1784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65" b="1">
                <a:solidFill>
                  <a:srgbClr val="3F2BFF"/>
                </a:solidFill>
                <a:latin typeface="Trebuchet MS"/>
                <a:cs typeface="Trebuchet MS"/>
              </a:rPr>
              <a:t>11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6185" y="907089"/>
            <a:ext cx="3992245" cy="584835"/>
          </a:xfrm>
          <a:custGeom>
            <a:avLst/>
            <a:gdLst/>
            <a:ahLst/>
            <a:cxnLst/>
            <a:rect l="l" t="t" r="r" b="b"/>
            <a:pathLst>
              <a:path w="3992245" h="584835">
                <a:moveTo>
                  <a:pt x="3550602" y="0"/>
                </a:moveTo>
                <a:lnTo>
                  <a:pt x="441058" y="0"/>
                </a:lnTo>
                <a:lnTo>
                  <a:pt x="372645" y="2277"/>
                </a:lnTo>
                <a:lnTo>
                  <a:pt x="310464" y="8928"/>
                </a:lnTo>
                <a:lnTo>
                  <a:pt x="254382" y="19677"/>
                </a:lnTo>
                <a:lnTo>
                  <a:pt x="204268" y="34250"/>
                </a:lnTo>
                <a:lnTo>
                  <a:pt x="159989" y="52373"/>
                </a:lnTo>
                <a:lnTo>
                  <a:pt x="121414" y="73771"/>
                </a:lnTo>
                <a:lnTo>
                  <a:pt x="88410" y="98169"/>
                </a:lnTo>
                <a:lnTo>
                  <a:pt x="60846" y="125293"/>
                </a:lnTo>
                <a:lnTo>
                  <a:pt x="21508" y="186622"/>
                </a:lnTo>
                <a:lnTo>
                  <a:pt x="2345" y="255563"/>
                </a:lnTo>
                <a:lnTo>
                  <a:pt x="0" y="292201"/>
                </a:lnTo>
                <a:lnTo>
                  <a:pt x="2345" y="328837"/>
                </a:lnTo>
                <a:lnTo>
                  <a:pt x="21508" y="397773"/>
                </a:lnTo>
                <a:lnTo>
                  <a:pt x="60846" y="459099"/>
                </a:lnTo>
                <a:lnTo>
                  <a:pt x="88410" y="486223"/>
                </a:lnTo>
                <a:lnTo>
                  <a:pt x="121414" y="510620"/>
                </a:lnTo>
                <a:lnTo>
                  <a:pt x="159989" y="532017"/>
                </a:lnTo>
                <a:lnTo>
                  <a:pt x="204268" y="550139"/>
                </a:lnTo>
                <a:lnTo>
                  <a:pt x="254382" y="564712"/>
                </a:lnTo>
                <a:lnTo>
                  <a:pt x="310464" y="575461"/>
                </a:lnTo>
                <a:lnTo>
                  <a:pt x="372645" y="582112"/>
                </a:lnTo>
                <a:lnTo>
                  <a:pt x="441058" y="584390"/>
                </a:lnTo>
                <a:lnTo>
                  <a:pt x="3550602" y="584390"/>
                </a:lnTo>
                <a:lnTo>
                  <a:pt x="3619017" y="582112"/>
                </a:lnTo>
                <a:lnTo>
                  <a:pt x="3681200" y="575461"/>
                </a:lnTo>
                <a:lnTo>
                  <a:pt x="3737283" y="564712"/>
                </a:lnTo>
                <a:lnTo>
                  <a:pt x="3787398" y="550139"/>
                </a:lnTo>
                <a:lnTo>
                  <a:pt x="3831676" y="532017"/>
                </a:lnTo>
                <a:lnTo>
                  <a:pt x="3870251" y="510620"/>
                </a:lnTo>
                <a:lnTo>
                  <a:pt x="3903254" y="486223"/>
                </a:lnTo>
                <a:lnTo>
                  <a:pt x="3930818" y="459099"/>
                </a:lnTo>
                <a:lnTo>
                  <a:pt x="3970153" y="397773"/>
                </a:lnTo>
                <a:lnTo>
                  <a:pt x="3989315" y="328837"/>
                </a:lnTo>
                <a:lnTo>
                  <a:pt x="3991660" y="292201"/>
                </a:lnTo>
                <a:lnTo>
                  <a:pt x="3989315" y="255563"/>
                </a:lnTo>
                <a:lnTo>
                  <a:pt x="3970153" y="186622"/>
                </a:lnTo>
                <a:lnTo>
                  <a:pt x="3930818" y="125293"/>
                </a:lnTo>
                <a:lnTo>
                  <a:pt x="3903254" y="98169"/>
                </a:lnTo>
                <a:lnTo>
                  <a:pt x="3870251" y="73771"/>
                </a:lnTo>
                <a:lnTo>
                  <a:pt x="3831676" y="52373"/>
                </a:lnTo>
                <a:lnTo>
                  <a:pt x="3787398" y="34250"/>
                </a:lnTo>
                <a:lnTo>
                  <a:pt x="3737283" y="19677"/>
                </a:lnTo>
                <a:lnTo>
                  <a:pt x="3681200" y="8928"/>
                </a:lnTo>
                <a:lnTo>
                  <a:pt x="3619017" y="2277"/>
                </a:lnTo>
                <a:lnTo>
                  <a:pt x="3550602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19671" y="1036839"/>
            <a:ext cx="36709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Operations,</a:t>
            </a:r>
            <a:r>
              <a:rPr dirty="0" sz="1600" spc="-120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Feedback,</a:t>
            </a:r>
            <a:r>
              <a:rPr dirty="0" sz="1600" spc="-114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70" b="1">
                <a:solidFill>
                  <a:srgbClr val="3F2BFF"/>
                </a:solidFill>
                <a:latin typeface="Trebuchet MS"/>
                <a:cs typeface="Trebuchet MS"/>
              </a:rPr>
              <a:t>and</a:t>
            </a:r>
            <a:r>
              <a:rPr dirty="0" sz="1600" spc="-120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25" b="1">
                <a:solidFill>
                  <a:srgbClr val="3F2BFF"/>
                </a:solidFill>
                <a:latin typeface="Trebuchet MS"/>
                <a:cs typeface="Trebuchet MS"/>
              </a:rPr>
              <a:t>Closing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225" b="0">
                <a:latin typeface="Lucida Sans Unicode"/>
                <a:cs typeface="Lucida Sans Unicode"/>
              </a:rPr>
              <a:t>FINANCE,</a:t>
            </a:r>
            <a:r>
              <a:rPr dirty="0" sz="6400" spc="-275" b="0">
                <a:latin typeface="Lucida Sans Unicode"/>
                <a:cs typeface="Lucida Sans Unicode"/>
              </a:rPr>
              <a:t> </a:t>
            </a:r>
            <a:r>
              <a:rPr dirty="0" sz="6400" spc="-210" b="0">
                <a:latin typeface="Lucida Sans Unicode"/>
                <a:cs typeface="Lucida Sans Unicode"/>
              </a:rPr>
              <a:t>VOLUNTEERS</a:t>
            </a:r>
            <a:r>
              <a:rPr dirty="0" sz="6400" spc="-270" b="0">
                <a:latin typeface="Lucida Sans Unicode"/>
                <a:cs typeface="Lucida Sans Unicode"/>
              </a:rPr>
              <a:t> </a:t>
            </a:r>
            <a:r>
              <a:rPr dirty="0" sz="6400" spc="220" b="0">
                <a:latin typeface="Lucida Sans Unicode"/>
                <a:cs typeface="Lucida Sans Unicode"/>
              </a:rPr>
              <a:t>&amp;</a:t>
            </a:r>
            <a:r>
              <a:rPr dirty="0" sz="6400" spc="-270" b="0">
                <a:latin typeface="Lucida Sans Unicode"/>
                <a:cs typeface="Lucida Sans Unicode"/>
              </a:rPr>
              <a:t> </a:t>
            </a:r>
            <a:r>
              <a:rPr dirty="0" sz="6400" spc="-75" b="0">
                <a:latin typeface="Lucida Sans Unicode"/>
                <a:cs typeface="Lucida Sans Unicode"/>
              </a:rPr>
              <a:t>ANALYTICS</a:t>
            </a:r>
            <a:endParaRPr sz="64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34262" y="4678883"/>
            <a:ext cx="751840" cy="815975"/>
          </a:xfrm>
          <a:custGeom>
            <a:avLst/>
            <a:gdLst/>
            <a:ahLst/>
            <a:cxnLst/>
            <a:rect l="l" t="t" r="r" b="b"/>
            <a:pathLst>
              <a:path w="751839" h="815975">
                <a:moveTo>
                  <a:pt x="126974" y="422897"/>
                </a:moveTo>
                <a:lnTo>
                  <a:pt x="124891" y="412572"/>
                </a:lnTo>
                <a:lnTo>
                  <a:pt x="119202" y="404152"/>
                </a:lnTo>
                <a:lnTo>
                  <a:pt x="110782" y="398462"/>
                </a:lnTo>
                <a:lnTo>
                  <a:pt x="100457" y="396379"/>
                </a:lnTo>
                <a:lnTo>
                  <a:pt x="90131" y="398462"/>
                </a:lnTo>
                <a:lnTo>
                  <a:pt x="81699" y="404152"/>
                </a:lnTo>
                <a:lnTo>
                  <a:pt x="76009" y="412572"/>
                </a:lnTo>
                <a:lnTo>
                  <a:pt x="73926" y="422897"/>
                </a:lnTo>
                <a:lnTo>
                  <a:pt x="76009" y="433222"/>
                </a:lnTo>
                <a:lnTo>
                  <a:pt x="81699" y="441642"/>
                </a:lnTo>
                <a:lnTo>
                  <a:pt x="90131" y="447332"/>
                </a:lnTo>
                <a:lnTo>
                  <a:pt x="100457" y="449414"/>
                </a:lnTo>
                <a:lnTo>
                  <a:pt x="110782" y="447332"/>
                </a:lnTo>
                <a:lnTo>
                  <a:pt x="119202" y="441642"/>
                </a:lnTo>
                <a:lnTo>
                  <a:pt x="124891" y="433222"/>
                </a:lnTo>
                <a:lnTo>
                  <a:pt x="126974" y="422897"/>
                </a:lnTo>
                <a:close/>
              </a:path>
              <a:path w="751839" h="815975">
                <a:moveTo>
                  <a:pt x="167335" y="4635"/>
                </a:moveTo>
                <a:lnTo>
                  <a:pt x="162699" y="0"/>
                </a:lnTo>
                <a:lnTo>
                  <a:pt x="151269" y="0"/>
                </a:lnTo>
                <a:lnTo>
                  <a:pt x="146634" y="4635"/>
                </a:lnTo>
                <a:lnTo>
                  <a:pt x="146634" y="73317"/>
                </a:lnTo>
                <a:lnTo>
                  <a:pt x="167335" y="73317"/>
                </a:lnTo>
                <a:lnTo>
                  <a:pt x="167335" y="10350"/>
                </a:lnTo>
                <a:lnTo>
                  <a:pt x="167335" y="4635"/>
                </a:lnTo>
                <a:close/>
              </a:path>
              <a:path w="751839" h="815975">
                <a:moveTo>
                  <a:pt x="260692" y="498830"/>
                </a:moveTo>
                <a:lnTo>
                  <a:pt x="258597" y="488518"/>
                </a:lnTo>
                <a:lnTo>
                  <a:pt x="252920" y="480085"/>
                </a:lnTo>
                <a:lnTo>
                  <a:pt x="244487" y="474395"/>
                </a:lnTo>
                <a:lnTo>
                  <a:pt x="234175" y="472300"/>
                </a:lnTo>
                <a:lnTo>
                  <a:pt x="227228" y="473227"/>
                </a:lnTo>
                <a:lnTo>
                  <a:pt x="220980" y="475843"/>
                </a:lnTo>
                <a:lnTo>
                  <a:pt x="215658" y="479894"/>
                </a:lnTo>
                <a:lnTo>
                  <a:pt x="211505" y="485127"/>
                </a:lnTo>
                <a:lnTo>
                  <a:pt x="211416" y="487006"/>
                </a:lnTo>
                <a:lnTo>
                  <a:pt x="210820" y="488886"/>
                </a:lnTo>
                <a:lnTo>
                  <a:pt x="209003" y="491401"/>
                </a:lnTo>
                <a:lnTo>
                  <a:pt x="208622" y="491794"/>
                </a:lnTo>
                <a:lnTo>
                  <a:pt x="208013" y="494030"/>
                </a:lnTo>
                <a:lnTo>
                  <a:pt x="207657" y="496392"/>
                </a:lnTo>
                <a:lnTo>
                  <a:pt x="207657" y="498830"/>
                </a:lnTo>
                <a:lnTo>
                  <a:pt x="209740" y="509143"/>
                </a:lnTo>
                <a:lnTo>
                  <a:pt x="215430" y="517575"/>
                </a:lnTo>
                <a:lnTo>
                  <a:pt x="223850" y="523265"/>
                </a:lnTo>
                <a:lnTo>
                  <a:pt x="234175" y="525348"/>
                </a:lnTo>
                <a:lnTo>
                  <a:pt x="244487" y="523265"/>
                </a:lnTo>
                <a:lnTo>
                  <a:pt x="252920" y="517575"/>
                </a:lnTo>
                <a:lnTo>
                  <a:pt x="258597" y="509143"/>
                </a:lnTo>
                <a:lnTo>
                  <a:pt x="260692" y="498830"/>
                </a:lnTo>
                <a:close/>
              </a:path>
              <a:path w="751839" h="815975">
                <a:moveTo>
                  <a:pt x="376148" y="377215"/>
                </a:moveTo>
                <a:lnTo>
                  <a:pt x="374053" y="366890"/>
                </a:lnTo>
                <a:lnTo>
                  <a:pt x="368376" y="358457"/>
                </a:lnTo>
                <a:lnTo>
                  <a:pt x="359943" y="352767"/>
                </a:lnTo>
                <a:lnTo>
                  <a:pt x="349631" y="350685"/>
                </a:lnTo>
                <a:lnTo>
                  <a:pt x="339305" y="352767"/>
                </a:lnTo>
                <a:lnTo>
                  <a:pt x="330885" y="358457"/>
                </a:lnTo>
                <a:lnTo>
                  <a:pt x="325196" y="366890"/>
                </a:lnTo>
                <a:lnTo>
                  <a:pt x="323113" y="377215"/>
                </a:lnTo>
                <a:lnTo>
                  <a:pt x="325196" y="387515"/>
                </a:lnTo>
                <a:lnTo>
                  <a:pt x="330885" y="395947"/>
                </a:lnTo>
                <a:lnTo>
                  <a:pt x="339305" y="401637"/>
                </a:lnTo>
                <a:lnTo>
                  <a:pt x="349631" y="403733"/>
                </a:lnTo>
                <a:lnTo>
                  <a:pt x="359943" y="401637"/>
                </a:lnTo>
                <a:lnTo>
                  <a:pt x="368376" y="395947"/>
                </a:lnTo>
                <a:lnTo>
                  <a:pt x="374053" y="387515"/>
                </a:lnTo>
                <a:lnTo>
                  <a:pt x="376148" y="377215"/>
                </a:lnTo>
                <a:close/>
              </a:path>
              <a:path w="751839" h="815975">
                <a:moveTo>
                  <a:pt x="455422" y="4635"/>
                </a:moveTo>
                <a:lnTo>
                  <a:pt x="450786" y="0"/>
                </a:lnTo>
                <a:lnTo>
                  <a:pt x="439356" y="0"/>
                </a:lnTo>
                <a:lnTo>
                  <a:pt x="434721" y="4635"/>
                </a:lnTo>
                <a:lnTo>
                  <a:pt x="434721" y="73317"/>
                </a:lnTo>
                <a:lnTo>
                  <a:pt x="455422" y="73317"/>
                </a:lnTo>
                <a:lnTo>
                  <a:pt x="455422" y="10350"/>
                </a:lnTo>
                <a:lnTo>
                  <a:pt x="455422" y="4635"/>
                </a:lnTo>
                <a:close/>
              </a:path>
              <a:path w="751839" h="815975">
                <a:moveTo>
                  <a:pt x="528129" y="413740"/>
                </a:moveTo>
                <a:lnTo>
                  <a:pt x="526046" y="403415"/>
                </a:lnTo>
                <a:lnTo>
                  <a:pt x="520357" y="394995"/>
                </a:lnTo>
                <a:lnTo>
                  <a:pt x="511924" y="389305"/>
                </a:lnTo>
                <a:lnTo>
                  <a:pt x="501599" y="387223"/>
                </a:lnTo>
                <a:lnTo>
                  <a:pt x="491896" y="389064"/>
                </a:lnTo>
                <a:lnTo>
                  <a:pt x="483793" y="394106"/>
                </a:lnTo>
                <a:lnTo>
                  <a:pt x="478002" y="401662"/>
                </a:lnTo>
                <a:lnTo>
                  <a:pt x="475221" y="411022"/>
                </a:lnTo>
                <a:lnTo>
                  <a:pt x="475881" y="412978"/>
                </a:lnTo>
                <a:lnTo>
                  <a:pt x="475945" y="415137"/>
                </a:lnTo>
                <a:lnTo>
                  <a:pt x="501599" y="440258"/>
                </a:lnTo>
                <a:lnTo>
                  <a:pt x="511924" y="438162"/>
                </a:lnTo>
                <a:lnTo>
                  <a:pt x="520357" y="432485"/>
                </a:lnTo>
                <a:lnTo>
                  <a:pt x="526046" y="424053"/>
                </a:lnTo>
                <a:lnTo>
                  <a:pt x="528129" y="413740"/>
                </a:lnTo>
                <a:close/>
              </a:path>
              <a:path w="751839" h="815975">
                <a:moveTo>
                  <a:pt x="600329" y="132740"/>
                </a:moveTo>
                <a:lnTo>
                  <a:pt x="595845" y="109816"/>
                </a:lnTo>
                <a:lnTo>
                  <a:pt x="583565" y="90906"/>
                </a:lnTo>
                <a:lnTo>
                  <a:pt x="565213" y="78054"/>
                </a:lnTo>
                <a:lnTo>
                  <a:pt x="542544" y="73317"/>
                </a:lnTo>
                <a:lnTo>
                  <a:pt x="455422" y="73317"/>
                </a:lnTo>
                <a:lnTo>
                  <a:pt x="455422" y="122847"/>
                </a:lnTo>
                <a:lnTo>
                  <a:pt x="450786" y="127482"/>
                </a:lnTo>
                <a:lnTo>
                  <a:pt x="439356" y="127482"/>
                </a:lnTo>
                <a:lnTo>
                  <a:pt x="434721" y="122847"/>
                </a:lnTo>
                <a:lnTo>
                  <a:pt x="434721" y="73317"/>
                </a:lnTo>
                <a:lnTo>
                  <a:pt x="167335" y="73317"/>
                </a:lnTo>
                <a:lnTo>
                  <a:pt x="167335" y="122847"/>
                </a:lnTo>
                <a:lnTo>
                  <a:pt x="162699" y="127482"/>
                </a:lnTo>
                <a:lnTo>
                  <a:pt x="151269" y="127482"/>
                </a:lnTo>
                <a:lnTo>
                  <a:pt x="146634" y="122847"/>
                </a:lnTo>
                <a:lnTo>
                  <a:pt x="146634" y="73317"/>
                </a:lnTo>
                <a:lnTo>
                  <a:pt x="59512" y="73317"/>
                </a:lnTo>
                <a:lnTo>
                  <a:pt x="36576" y="78054"/>
                </a:lnTo>
                <a:lnTo>
                  <a:pt x="17640" y="90906"/>
                </a:lnTo>
                <a:lnTo>
                  <a:pt x="4762" y="109816"/>
                </a:lnTo>
                <a:lnTo>
                  <a:pt x="0" y="132740"/>
                </a:lnTo>
                <a:lnTo>
                  <a:pt x="0" y="188887"/>
                </a:lnTo>
                <a:lnTo>
                  <a:pt x="600329" y="188887"/>
                </a:lnTo>
                <a:lnTo>
                  <a:pt x="600329" y="132740"/>
                </a:lnTo>
                <a:close/>
              </a:path>
              <a:path w="751839" h="815975">
                <a:moveTo>
                  <a:pt x="600341" y="209600"/>
                </a:moveTo>
                <a:lnTo>
                  <a:pt x="548843" y="209600"/>
                </a:lnTo>
                <a:lnTo>
                  <a:pt x="548843" y="413727"/>
                </a:lnTo>
                <a:lnTo>
                  <a:pt x="545122" y="432092"/>
                </a:lnTo>
                <a:lnTo>
                  <a:pt x="534987" y="447116"/>
                </a:lnTo>
                <a:lnTo>
                  <a:pt x="519976" y="457238"/>
                </a:lnTo>
                <a:lnTo>
                  <a:pt x="501611" y="460959"/>
                </a:lnTo>
                <a:lnTo>
                  <a:pt x="484822" y="457885"/>
                </a:lnTo>
                <a:lnTo>
                  <a:pt x="470687" y="449402"/>
                </a:lnTo>
                <a:lnTo>
                  <a:pt x="460336" y="436664"/>
                </a:lnTo>
                <a:lnTo>
                  <a:pt x="456145" y="424421"/>
                </a:lnTo>
                <a:lnTo>
                  <a:pt x="454926" y="420827"/>
                </a:lnTo>
                <a:lnTo>
                  <a:pt x="394258" y="392607"/>
                </a:lnTo>
                <a:lnTo>
                  <a:pt x="387477" y="405384"/>
                </a:lnTo>
                <a:lnTo>
                  <a:pt x="377278" y="415455"/>
                </a:lnTo>
                <a:lnTo>
                  <a:pt x="364401" y="422046"/>
                </a:lnTo>
                <a:lnTo>
                  <a:pt x="349631" y="424421"/>
                </a:lnTo>
                <a:lnTo>
                  <a:pt x="341630" y="423748"/>
                </a:lnTo>
                <a:lnTo>
                  <a:pt x="334073" y="421779"/>
                </a:lnTo>
                <a:lnTo>
                  <a:pt x="327063" y="418668"/>
                </a:lnTo>
                <a:lnTo>
                  <a:pt x="320700" y="414489"/>
                </a:lnTo>
                <a:lnTo>
                  <a:pt x="280809" y="491401"/>
                </a:lnTo>
                <a:lnTo>
                  <a:pt x="281190" y="493826"/>
                </a:lnTo>
                <a:lnTo>
                  <a:pt x="281292" y="495173"/>
                </a:lnTo>
                <a:lnTo>
                  <a:pt x="281393" y="498830"/>
                </a:lnTo>
                <a:lnTo>
                  <a:pt x="277672" y="517194"/>
                </a:lnTo>
                <a:lnTo>
                  <a:pt x="267538" y="532206"/>
                </a:lnTo>
                <a:lnTo>
                  <a:pt x="252526" y="542328"/>
                </a:lnTo>
                <a:lnTo>
                  <a:pt x="234175" y="546049"/>
                </a:lnTo>
                <a:lnTo>
                  <a:pt x="215811" y="542328"/>
                </a:lnTo>
                <a:lnTo>
                  <a:pt x="200787" y="532206"/>
                </a:lnTo>
                <a:lnTo>
                  <a:pt x="190652" y="517194"/>
                </a:lnTo>
                <a:lnTo>
                  <a:pt x="186944" y="498830"/>
                </a:lnTo>
                <a:lnTo>
                  <a:pt x="186944" y="495173"/>
                </a:lnTo>
                <a:lnTo>
                  <a:pt x="187375" y="491617"/>
                </a:lnTo>
                <a:lnTo>
                  <a:pt x="188175" y="488188"/>
                </a:lnTo>
                <a:lnTo>
                  <a:pt x="162217" y="470115"/>
                </a:lnTo>
                <a:lnTo>
                  <a:pt x="137426" y="452856"/>
                </a:lnTo>
                <a:lnTo>
                  <a:pt x="136880" y="452856"/>
                </a:lnTo>
                <a:lnTo>
                  <a:pt x="129794" y="459867"/>
                </a:lnTo>
                <a:lnTo>
                  <a:pt x="121069" y="465378"/>
                </a:lnTo>
                <a:lnTo>
                  <a:pt x="111188" y="468884"/>
                </a:lnTo>
                <a:lnTo>
                  <a:pt x="100457" y="470115"/>
                </a:lnTo>
                <a:lnTo>
                  <a:pt x="82092" y="466394"/>
                </a:lnTo>
                <a:lnTo>
                  <a:pt x="67068" y="456272"/>
                </a:lnTo>
                <a:lnTo>
                  <a:pt x="56934" y="441261"/>
                </a:lnTo>
                <a:lnTo>
                  <a:pt x="53225" y="422897"/>
                </a:lnTo>
                <a:lnTo>
                  <a:pt x="56934" y="404533"/>
                </a:lnTo>
                <a:lnTo>
                  <a:pt x="67068" y="389521"/>
                </a:lnTo>
                <a:lnTo>
                  <a:pt x="82092" y="379387"/>
                </a:lnTo>
                <a:lnTo>
                  <a:pt x="100457" y="375666"/>
                </a:lnTo>
                <a:lnTo>
                  <a:pt x="118821" y="379387"/>
                </a:lnTo>
                <a:lnTo>
                  <a:pt x="133832" y="389521"/>
                </a:lnTo>
                <a:lnTo>
                  <a:pt x="143967" y="404533"/>
                </a:lnTo>
                <a:lnTo>
                  <a:pt x="147688" y="422897"/>
                </a:lnTo>
                <a:lnTo>
                  <a:pt x="147688" y="426669"/>
                </a:lnTo>
                <a:lnTo>
                  <a:pt x="147231" y="430339"/>
                </a:lnTo>
                <a:lnTo>
                  <a:pt x="146380" y="433870"/>
                </a:lnTo>
                <a:lnTo>
                  <a:pt x="197332" y="469341"/>
                </a:lnTo>
                <a:lnTo>
                  <a:pt x="204647" y="462013"/>
                </a:lnTo>
                <a:lnTo>
                  <a:pt x="213410" y="456412"/>
                </a:lnTo>
                <a:lnTo>
                  <a:pt x="223354" y="452856"/>
                </a:lnTo>
                <a:lnTo>
                  <a:pt x="234175" y="451599"/>
                </a:lnTo>
                <a:lnTo>
                  <a:pt x="245529" y="452856"/>
                </a:lnTo>
                <a:lnTo>
                  <a:pt x="244830" y="452856"/>
                </a:lnTo>
                <a:lnTo>
                  <a:pt x="254012" y="455980"/>
                </a:lnTo>
                <a:lnTo>
                  <a:pt x="262509" y="461086"/>
                </a:lnTo>
                <a:lnTo>
                  <a:pt x="269735" y="467804"/>
                </a:lnTo>
                <a:lnTo>
                  <a:pt x="278130" y="451599"/>
                </a:lnTo>
                <a:lnTo>
                  <a:pt x="306616" y="396671"/>
                </a:lnTo>
                <a:lnTo>
                  <a:pt x="303923" y="390728"/>
                </a:lnTo>
                <a:lnTo>
                  <a:pt x="302399" y="384136"/>
                </a:lnTo>
                <a:lnTo>
                  <a:pt x="302399" y="377202"/>
                </a:lnTo>
                <a:lnTo>
                  <a:pt x="302704" y="375666"/>
                </a:lnTo>
                <a:lnTo>
                  <a:pt x="306108" y="358838"/>
                </a:lnTo>
                <a:lnTo>
                  <a:pt x="316242" y="343814"/>
                </a:lnTo>
                <a:lnTo>
                  <a:pt x="331254" y="333692"/>
                </a:lnTo>
                <a:lnTo>
                  <a:pt x="349631" y="329971"/>
                </a:lnTo>
                <a:lnTo>
                  <a:pt x="366560" y="333108"/>
                </a:lnTo>
                <a:lnTo>
                  <a:pt x="380784" y="341744"/>
                </a:lnTo>
                <a:lnTo>
                  <a:pt x="391121" y="354698"/>
                </a:lnTo>
                <a:lnTo>
                  <a:pt x="396405" y="370776"/>
                </a:lnTo>
                <a:lnTo>
                  <a:pt x="456793" y="398868"/>
                </a:lnTo>
                <a:lnTo>
                  <a:pt x="463499" y="385889"/>
                </a:lnTo>
                <a:lnTo>
                  <a:pt x="473710" y="375666"/>
                </a:lnTo>
                <a:lnTo>
                  <a:pt x="486689" y="368922"/>
                </a:lnTo>
                <a:lnTo>
                  <a:pt x="501611" y="366509"/>
                </a:lnTo>
                <a:lnTo>
                  <a:pt x="519976" y="370230"/>
                </a:lnTo>
                <a:lnTo>
                  <a:pt x="534987" y="380352"/>
                </a:lnTo>
                <a:lnTo>
                  <a:pt x="545122" y="395363"/>
                </a:lnTo>
                <a:lnTo>
                  <a:pt x="548843" y="413727"/>
                </a:lnTo>
                <a:lnTo>
                  <a:pt x="548843" y="209600"/>
                </a:lnTo>
                <a:lnTo>
                  <a:pt x="12" y="209600"/>
                </a:lnTo>
                <a:lnTo>
                  <a:pt x="12" y="603123"/>
                </a:lnTo>
                <a:lnTo>
                  <a:pt x="4762" y="625906"/>
                </a:lnTo>
                <a:lnTo>
                  <a:pt x="17627" y="644474"/>
                </a:lnTo>
                <a:lnTo>
                  <a:pt x="36576" y="656983"/>
                </a:lnTo>
                <a:lnTo>
                  <a:pt x="59524" y="661568"/>
                </a:lnTo>
                <a:lnTo>
                  <a:pt x="448170" y="661568"/>
                </a:lnTo>
                <a:lnTo>
                  <a:pt x="458622" y="615353"/>
                </a:lnTo>
                <a:lnTo>
                  <a:pt x="481088" y="575335"/>
                </a:lnTo>
                <a:lnTo>
                  <a:pt x="510971" y="546049"/>
                </a:lnTo>
                <a:lnTo>
                  <a:pt x="513562" y="543521"/>
                </a:lnTo>
                <a:lnTo>
                  <a:pt x="553974" y="521931"/>
                </a:lnTo>
                <a:lnTo>
                  <a:pt x="600341" y="512572"/>
                </a:lnTo>
                <a:lnTo>
                  <a:pt x="600341" y="460959"/>
                </a:lnTo>
                <a:lnTo>
                  <a:pt x="600341" y="366509"/>
                </a:lnTo>
                <a:lnTo>
                  <a:pt x="600341" y="329971"/>
                </a:lnTo>
                <a:lnTo>
                  <a:pt x="600341" y="209600"/>
                </a:lnTo>
                <a:close/>
              </a:path>
              <a:path w="751839" h="815975">
                <a:moveTo>
                  <a:pt x="751268" y="674497"/>
                </a:moveTo>
                <a:lnTo>
                  <a:pt x="744143" y="630389"/>
                </a:lnTo>
                <a:lnTo>
                  <a:pt x="723950" y="591019"/>
                </a:lnTo>
                <a:lnTo>
                  <a:pt x="693305" y="560374"/>
                </a:lnTo>
                <a:lnTo>
                  <a:pt x="662863" y="544614"/>
                </a:lnTo>
                <a:lnTo>
                  <a:pt x="662863" y="636104"/>
                </a:lnTo>
                <a:lnTo>
                  <a:pt x="658444" y="640740"/>
                </a:lnTo>
                <a:lnTo>
                  <a:pt x="647014" y="640740"/>
                </a:lnTo>
                <a:lnTo>
                  <a:pt x="642480" y="636104"/>
                </a:lnTo>
                <a:lnTo>
                  <a:pt x="642378" y="629843"/>
                </a:lnTo>
                <a:lnTo>
                  <a:pt x="639914" y="617651"/>
                </a:lnTo>
                <a:lnTo>
                  <a:pt x="632904" y="607225"/>
                </a:lnTo>
                <a:lnTo>
                  <a:pt x="622503" y="600202"/>
                </a:lnTo>
                <a:lnTo>
                  <a:pt x="609765" y="597611"/>
                </a:lnTo>
                <a:lnTo>
                  <a:pt x="597027" y="600202"/>
                </a:lnTo>
                <a:lnTo>
                  <a:pt x="586613" y="607225"/>
                </a:lnTo>
                <a:lnTo>
                  <a:pt x="579589" y="617651"/>
                </a:lnTo>
                <a:lnTo>
                  <a:pt x="577126" y="629843"/>
                </a:lnTo>
                <a:lnTo>
                  <a:pt x="577011" y="630389"/>
                </a:lnTo>
                <a:lnTo>
                  <a:pt x="579602" y="643140"/>
                </a:lnTo>
                <a:lnTo>
                  <a:pt x="586638" y="653567"/>
                </a:lnTo>
                <a:lnTo>
                  <a:pt x="597065" y="660590"/>
                </a:lnTo>
                <a:lnTo>
                  <a:pt x="630555" y="667385"/>
                </a:lnTo>
                <a:lnTo>
                  <a:pt x="647407" y="678853"/>
                </a:lnTo>
                <a:lnTo>
                  <a:pt x="658723" y="695858"/>
                </a:lnTo>
                <a:lnTo>
                  <a:pt x="662863" y="716648"/>
                </a:lnTo>
                <a:lnTo>
                  <a:pt x="659701" y="735114"/>
                </a:lnTo>
                <a:lnTo>
                  <a:pt x="650798" y="750798"/>
                </a:lnTo>
                <a:lnTo>
                  <a:pt x="637032" y="762533"/>
                </a:lnTo>
                <a:lnTo>
                  <a:pt x="619302" y="769112"/>
                </a:lnTo>
                <a:lnTo>
                  <a:pt x="619302" y="791146"/>
                </a:lnTo>
                <a:lnTo>
                  <a:pt x="614667" y="795782"/>
                </a:lnTo>
                <a:lnTo>
                  <a:pt x="603237" y="795782"/>
                </a:lnTo>
                <a:lnTo>
                  <a:pt x="598601" y="791146"/>
                </a:lnTo>
                <a:lnTo>
                  <a:pt x="598601" y="769112"/>
                </a:lnTo>
                <a:lnTo>
                  <a:pt x="581748" y="762533"/>
                </a:lnTo>
                <a:lnTo>
                  <a:pt x="568198" y="750798"/>
                </a:lnTo>
                <a:lnTo>
                  <a:pt x="559181" y="735114"/>
                </a:lnTo>
                <a:lnTo>
                  <a:pt x="555904" y="716648"/>
                </a:lnTo>
                <a:lnTo>
                  <a:pt x="555904" y="710933"/>
                </a:lnTo>
                <a:lnTo>
                  <a:pt x="560755" y="706297"/>
                </a:lnTo>
                <a:lnTo>
                  <a:pt x="572185" y="706297"/>
                </a:lnTo>
                <a:lnTo>
                  <a:pt x="576935" y="710933"/>
                </a:lnTo>
                <a:lnTo>
                  <a:pt x="576935" y="716648"/>
                </a:lnTo>
                <a:lnTo>
                  <a:pt x="579501" y="729335"/>
                </a:lnTo>
                <a:lnTo>
                  <a:pt x="586473" y="739711"/>
                </a:lnTo>
                <a:lnTo>
                  <a:pt x="596811" y="746747"/>
                </a:lnTo>
                <a:lnTo>
                  <a:pt x="609447" y="749414"/>
                </a:lnTo>
                <a:lnTo>
                  <a:pt x="610108" y="749414"/>
                </a:lnTo>
                <a:lnTo>
                  <a:pt x="622757" y="746747"/>
                </a:lnTo>
                <a:lnTo>
                  <a:pt x="633069" y="739711"/>
                </a:lnTo>
                <a:lnTo>
                  <a:pt x="640029" y="729335"/>
                </a:lnTo>
                <a:lnTo>
                  <a:pt x="642581" y="716648"/>
                </a:lnTo>
                <a:lnTo>
                  <a:pt x="640499" y="706297"/>
                </a:lnTo>
                <a:lnTo>
                  <a:pt x="640003" y="703910"/>
                </a:lnTo>
                <a:lnTo>
                  <a:pt x="632980" y="693483"/>
                </a:lnTo>
                <a:lnTo>
                  <a:pt x="622566" y="686460"/>
                </a:lnTo>
                <a:lnTo>
                  <a:pt x="588962" y="679665"/>
                </a:lnTo>
                <a:lnTo>
                  <a:pt x="571804" y="668197"/>
                </a:lnTo>
                <a:lnTo>
                  <a:pt x="560184" y="651192"/>
                </a:lnTo>
                <a:lnTo>
                  <a:pt x="555904" y="630389"/>
                </a:lnTo>
                <a:lnTo>
                  <a:pt x="559181" y="611936"/>
                </a:lnTo>
                <a:lnTo>
                  <a:pt x="568198" y="596252"/>
                </a:lnTo>
                <a:lnTo>
                  <a:pt x="581748" y="584517"/>
                </a:lnTo>
                <a:lnTo>
                  <a:pt x="598601" y="577926"/>
                </a:lnTo>
                <a:lnTo>
                  <a:pt x="598601" y="557860"/>
                </a:lnTo>
                <a:lnTo>
                  <a:pt x="603237" y="553224"/>
                </a:lnTo>
                <a:lnTo>
                  <a:pt x="614667" y="553224"/>
                </a:lnTo>
                <a:lnTo>
                  <a:pt x="619302" y="557860"/>
                </a:lnTo>
                <a:lnTo>
                  <a:pt x="619302" y="577926"/>
                </a:lnTo>
                <a:lnTo>
                  <a:pt x="637032" y="584517"/>
                </a:lnTo>
                <a:lnTo>
                  <a:pt x="650798" y="596252"/>
                </a:lnTo>
                <a:lnTo>
                  <a:pt x="659701" y="611936"/>
                </a:lnTo>
                <a:lnTo>
                  <a:pt x="662774" y="629843"/>
                </a:lnTo>
                <a:lnTo>
                  <a:pt x="662863" y="636104"/>
                </a:lnTo>
                <a:lnTo>
                  <a:pt x="662863" y="544614"/>
                </a:lnTo>
                <a:lnTo>
                  <a:pt x="654481" y="540270"/>
                </a:lnTo>
                <a:lnTo>
                  <a:pt x="609815" y="533044"/>
                </a:lnTo>
                <a:lnTo>
                  <a:pt x="565162" y="540270"/>
                </a:lnTo>
                <a:lnTo>
                  <a:pt x="526326" y="560374"/>
                </a:lnTo>
                <a:lnTo>
                  <a:pt x="495693" y="591019"/>
                </a:lnTo>
                <a:lnTo>
                  <a:pt x="475589" y="629843"/>
                </a:lnTo>
                <a:lnTo>
                  <a:pt x="468363" y="674497"/>
                </a:lnTo>
                <a:lnTo>
                  <a:pt x="475589" y="719162"/>
                </a:lnTo>
                <a:lnTo>
                  <a:pt x="495693" y="757999"/>
                </a:lnTo>
                <a:lnTo>
                  <a:pt x="526326" y="788631"/>
                </a:lnTo>
                <a:lnTo>
                  <a:pt x="565162" y="808748"/>
                </a:lnTo>
                <a:lnTo>
                  <a:pt x="609815" y="815962"/>
                </a:lnTo>
                <a:lnTo>
                  <a:pt x="654481" y="808748"/>
                </a:lnTo>
                <a:lnTo>
                  <a:pt x="679500" y="795782"/>
                </a:lnTo>
                <a:lnTo>
                  <a:pt x="693305" y="788631"/>
                </a:lnTo>
                <a:lnTo>
                  <a:pt x="723950" y="757999"/>
                </a:lnTo>
                <a:lnTo>
                  <a:pt x="744054" y="719162"/>
                </a:lnTo>
                <a:lnTo>
                  <a:pt x="751268" y="674497"/>
                </a:lnTo>
                <a:close/>
              </a:path>
            </a:pathLst>
          </a:custGeom>
          <a:solidFill>
            <a:srgbClr val="3F2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161536" y="4680544"/>
            <a:ext cx="1716405" cy="1121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400" spc="65">
                <a:solidFill>
                  <a:srgbClr val="2F2D2E"/>
                </a:solidFill>
                <a:latin typeface="Lucida Sans Unicode"/>
                <a:cs typeface="Lucida Sans Unicode"/>
              </a:rPr>
              <a:t>Finance </a:t>
            </a:r>
            <a:r>
              <a:rPr dirty="0" sz="2400" spc="85">
                <a:solidFill>
                  <a:srgbClr val="2F2D2E"/>
                </a:solidFill>
                <a:latin typeface="Lucida Sans Unicode"/>
                <a:cs typeface="Lucida Sans Unicode"/>
              </a:rPr>
              <a:t>dashboard </a:t>
            </a:r>
            <a:r>
              <a:rPr dirty="0" sz="2400" spc="90">
                <a:solidFill>
                  <a:srgbClr val="2F2D2E"/>
                </a:solidFill>
                <a:latin typeface="Lucida Sans Unicode"/>
                <a:cs typeface="Lucida Sans Unicode"/>
              </a:rPr>
              <a:t>(live)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06377" y="4678870"/>
            <a:ext cx="716280" cy="815975"/>
            <a:chOff x="5306377" y="4678870"/>
            <a:chExt cx="716280" cy="815975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3639" y="5366330"/>
              <a:ext cx="172389" cy="12847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2463" y="5366295"/>
              <a:ext cx="172389" cy="1285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4044" y="5308716"/>
              <a:ext cx="200405" cy="18609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06377" y="4678870"/>
              <a:ext cx="716280" cy="100330"/>
            </a:xfrm>
            <a:custGeom>
              <a:avLst/>
              <a:gdLst/>
              <a:ahLst/>
              <a:cxnLst/>
              <a:rect l="l" t="t" r="r" b="b"/>
              <a:pathLst>
                <a:path w="716279" h="100329">
                  <a:moveTo>
                    <a:pt x="623442" y="0"/>
                  </a:moveTo>
                  <a:lnTo>
                    <a:pt x="607631" y="0"/>
                  </a:lnTo>
                  <a:lnTo>
                    <a:pt x="601217" y="6413"/>
                  </a:lnTo>
                  <a:lnTo>
                    <a:pt x="601217" y="42951"/>
                  </a:lnTo>
                  <a:lnTo>
                    <a:pt x="501014" y="42951"/>
                  </a:lnTo>
                  <a:lnTo>
                    <a:pt x="501014" y="6413"/>
                  </a:lnTo>
                  <a:lnTo>
                    <a:pt x="494601" y="0"/>
                  </a:lnTo>
                  <a:lnTo>
                    <a:pt x="478789" y="0"/>
                  </a:lnTo>
                  <a:lnTo>
                    <a:pt x="472389" y="6413"/>
                  </a:lnTo>
                  <a:lnTo>
                    <a:pt x="472389" y="42951"/>
                  </a:lnTo>
                  <a:lnTo>
                    <a:pt x="372186" y="42951"/>
                  </a:lnTo>
                  <a:lnTo>
                    <a:pt x="372186" y="6413"/>
                  </a:lnTo>
                  <a:lnTo>
                    <a:pt x="365772" y="0"/>
                  </a:lnTo>
                  <a:lnTo>
                    <a:pt x="349961" y="0"/>
                  </a:lnTo>
                  <a:lnTo>
                    <a:pt x="343547" y="6413"/>
                  </a:lnTo>
                  <a:lnTo>
                    <a:pt x="343547" y="42951"/>
                  </a:lnTo>
                  <a:lnTo>
                    <a:pt x="243357" y="42951"/>
                  </a:lnTo>
                  <a:lnTo>
                    <a:pt x="243357" y="6413"/>
                  </a:lnTo>
                  <a:lnTo>
                    <a:pt x="236943" y="0"/>
                  </a:lnTo>
                  <a:lnTo>
                    <a:pt x="221132" y="0"/>
                  </a:lnTo>
                  <a:lnTo>
                    <a:pt x="214718" y="6413"/>
                  </a:lnTo>
                  <a:lnTo>
                    <a:pt x="214718" y="42951"/>
                  </a:lnTo>
                  <a:lnTo>
                    <a:pt x="114515" y="42951"/>
                  </a:lnTo>
                  <a:lnTo>
                    <a:pt x="114515" y="6413"/>
                  </a:lnTo>
                  <a:lnTo>
                    <a:pt x="108115" y="0"/>
                  </a:lnTo>
                  <a:lnTo>
                    <a:pt x="92303" y="0"/>
                  </a:lnTo>
                  <a:lnTo>
                    <a:pt x="85890" y="6413"/>
                  </a:lnTo>
                  <a:lnTo>
                    <a:pt x="85890" y="42951"/>
                  </a:lnTo>
                  <a:lnTo>
                    <a:pt x="28625" y="42951"/>
                  </a:lnTo>
                  <a:lnTo>
                    <a:pt x="17482" y="45200"/>
                  </a:lnTo>
                  <a:lnTo>
                    <a:pt x="8383" y="51334"/>
                  </a:lnTo>
                  <a:lnTo>
                    <a:pt x="2249" y="60433"/>
                  </a:lnTo>
                  <a:lnTo>
                    <a:pt x="0" y="71577"/>
                  </a:lnTo>
                  <a:lnTo>
                    <a:pt x="0" y="100203"/>
                  </a:lnTo>
                  <a:lnTo>
                    <a:pt x="715733" y="100203"/>
                  </a:lnTo>
                  <a:lnTo>
                    <a:pt x="715733" y="71577"/>
                  </a:lnTo>
                  <a:lnTo>
                    <a:pt x="713484" y="60433"/>
                  </a:lnTo>
                  <a:lnTo>
                    <a:pt x="707350" y="51334"/>
                  </a:lnTo>
                  <a:lnTo>
                    <a:pt x="698251" y="45200"/>
                  </a:lnTo>
                  <a:lnTo>
                    <a:pt x="687108" y="42951"/>
                  </a:lnTo>
                  <a:lnTo>
                    <a:pt x="629843" y="42951"/>
                  </a:lnTo>
                  <a:lnTo>
                    <a:pt x="629843" y="6413"/>
                  </a:lnTo>
                  <a:lnTo>
                    <a:pt x="623442" y="0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3904" y="4879107"/>
              <a:ext cx="200977" cy="18647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06584" y="5222824"/>
              <a:ext cx="114515" cy="11452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306384" y="4807705"/>
              <a:ext cx="716280" cy="415290"/>
            </a:xfrm>
            <a:custGeom>
              <a:avLst/>
              <a:gdLst/>
              <a:ahLst/>
              <a:cxnLst/>
              <a:rect l="l" t="t" r="r" b="b"/>
              <a:pathLst>
                <a:path w="716279" h="415289">
                  <a:moveTo>
                    <a:pt x="715733" y="0"/>
                  </a:moveTo>
                  <a:lnTo>
                    <a:pt x="0" y="0"/>
                  </a:lnTo>
                  <a:lnTo>
                    <a:pt x="0" y="386499"/>
                  </a:lnTo>
                  <a:lnTo>
                    <a:pt x="2249" y="397642"/>
                  </a:lnTo>
                  <a:lnTo>
                    <a:pt x="8383" y="406741"/>
                  </a:lnTo>
                  <a:lnTo>
                    <a:pt x="17482" y="412875"/>
                  </a:lnTo>
                  <a:lnTo>
                    <a:pt x="28625" y="415124"/>
                  </a:lnTo>
                  <a:lnTo>
                    <a:pt x="93611" y="415124"/>
                  </a:lnTo>
                  <a:lnTo>
                    <a:pt x="107005" y="402969"/>
                  </a:lnTo>
                  <a:lnTo>
                    <a:pt x="122475" y="393982"/>
                  </a:lnTo>
                  <a:lnTo>
                    <a:pt x="139474" y="388410"/>
                  </a:lnTo>
                  <a:lnTo>
                    <a:pt x="157454" y="386499"/>
                  </a:lnTo>
                  <a:lnTo>
                    <a:pt x="277750" y="386499"/>
                  </a:lnTo>
                  <a:lnTo>
                    <a:pt x="278720" y="381693"/>
                  </a:lnTo>
                  <a:lnTo>
                    <a:pt x="297127" y="354391"/>
                  </a:lnTo>
                  <a:lnTo>
                    <a:pt x="324428" y="335984"/>
                  </a:lnTo>
                  <a:lnTo>
                    <a:pt x="357860" y="329234"/>
                  </a:lnTo>
                  <a:lnTo>
                    <a:pt x="715733" y="329234"/>
                  </a:lnTo>
                  <a:lnTo>
                    <a:pt x="715733" y="286194"/>
                  </a:lnTo>
                  <a:lnTo>
                    <a:pt x="298091" y="286194"/>
                  </a:lnTo>
                  <a:lnTo>
                    <a:pt x="290650" y="286016"/>
                  </a:lnTo>
                  <a:lnTo>
                    <a:pt x="264769" y="254952"/>
                  </a:lnTo>
                  <a:lnTo>
                    <a:pt x="267232" y="202819"/>
                  </a:lnTo>
                  <a:lnTo>
                    <a:pt x="236825" y="166471"/>
                  </a:lnTo>
                  <a:lnTo>
                    <a:pt x="232261" y="159429"/>
                  </a:lnTo>
                  <a:lnTo>
                    <a:pt x="229652" y="151593"/>
                  </a:lnTo>
                  <a:lnTo>
                    <a:pt x="229075" y="143357"/>
                  </a:lnTo>
                  <a:lnTo>
                    <a:pt x="230604" y="135115"/>
                  </a:lnTo>
                  <a:lnTo>
                    <a:pt x="302031" y="100203"/>
                  </a:lnTo>
                  <a:lnTo>
                    <a:pt x="332613" y="56057"/>
                  </a:lnTo>
                  <a:lnTo>
                    <a:pt x="337566" y="50534"/>
                  </a:lnTo>
                  <a:lnTo>
                    <a:pt x="343606" y="46405"/>
                  </a:lnTo>
                  <a:lnTo>
                    <a:pt x="350449" y="43820"/>
                  </a:lnTo>
                  <a:lnTo>
                    <a:pt x="357809" y="42926"/>
                  </a:lnTo>
                  <a:lnTo>
                    <a:pt x="715733" y="42926"/>
                  </a:lnTo>
                  <a:lnTo>
                    <a:pt x="715733" y="0"/>
                  </a:lnTo>
                  <a:close/>
                </a:path>
                <a:path w="716279" h="415289">
                  <a:moveTo>
                    <a:pt x="277750" y="386499"/>
                  </a:moveTo>
                  <a:lnTo>
                    <a:pt x="157454" y="386499"/>
                  </a:lnTo>
                  <a:lnTo>
                    <a:pt x="175441" y="388410"/>
                  </a:lnTo>
                  <a:lnTo>
                    <a:pt x="192443" y="393982"/>
                  </a:lnTo>
                  <a:lnTo>
                    <a:pt x="207910" y="402969"/>
                  </a:lnTo>
                  <a:lnTo>
                    <a:pt x="221297" y="415124"/>
                  </a:lnTo>
                  <a:lnTo>
                    <a:pt x="271970" y="415124"/>
                  </a:lnTo>
                  <a:lnTo>
                    <a:pt x="277750" y="386499"/>
                  </a:lnTo>
                  <a:close/>
                </a:path>
                <a:path w="716279" h="415289">
                  <a:moveTo>
                    <a:pt x="715733" y="329234"/>
                  </a:moveTo>
                  <a:lnTo>
                    <a:pt x="357860" y="329234"/>
                  </a:lnTo>
                  <a:lnTo>
                    <a:pt x="391292" y="335984"/>
                  </a:lnTo>
                  <a:lnTo>
                    <a:pt x="418593" y="354391"/>
                  </a:lnTo>
                  <a:lnTo>
                    <a:pt x="437000" y="381693"/>
                  </a:lnTo>
                  <a:lnTo>
                    <a:pt x="443750" y="415124"/>
                  </a:lnTo>
                  <a:lnTo>
                    <a:pt x="494423" y="415124"/>
                  </a:lnTo>
                  <a:lnTo>
                    <a:pt x="507812" y="402969"/>
                  </a:lnTo>
                  <a:lnTo>
                    <a:pt x="523282" y="393982"/>
                  </a:lnTo>
                  <a:lnTo>
                    <a:pt x="540284" y="388410"/>
                  </a:lnTo>
                  <a:lnTo>
                    <a:pt x="558266" y="386499"/>
                  </a:lnTo>
                  <a:lnTo>
                    <a:pt x="715733" y="386499"/>
                  </a:lnTo>
                  <a:lnTo>
                    <a:pt x="715733" y="329234"/>
                  </a:lnTo>
                  <a:close/>
                </a:path>
                <a:path w="716279" h="415289">
                  <a:moveTo>
                    <a:pt x="715733" y="386499"/>
                  </a:moveTo>
                  <a:lnTo>
                    <a:pt x="558266" y="386499"/>
                  </a:lnTo>
                  <a:lnTo>
                    <a:pt x="576253" y="388410"/>
                  </a:lnTo>
                  <a:lnTo>
                    <a:pt x="593255" y="393982"/>
                  </a:lnTo>
                  <a:lnTo>
                    <a:pt x="608722" y="402969"/>
                  </a:lnTo>
                  <a:lnTo>
                    <a:pt x="622109" y="415124"/>
                  </a:lnTo>
                  <a:lnTo>
                    <a:pt x="687095" y="415124"/>
                  </a:lnTo>
                  <a:lnTo>
                    <a:pt x="698240" y="412875"/>
                  </a:lnTo>
                  <a:lnTo>
                    <a:pt x="707343" y="406741"/>
                  </a:lnTo>
                  <a:lnTo>
                    <a:pt x="713482" y="397642"/>
                  </a:lnTo>
                  <a:lnTo>
                    <a:pt x="715733" y="386499"/>
                  </a:lnTo>
                  <a:close/>
                </a:path>
                <a:path w="716279" h="415289">
                  <a:moveTo>
                    <a:pt x="357860" y="265785"/>
                  </a:moveTo>
                  <a:lnTo>
                    <a:pt x="305460" y="284530"/>
                  </a:lnTo>
                  <a:lnTo>
                    <a:pt x="298091" y="286194"/>
                  </a:lnTo>
                  <a:lnTo>
                    <a:pt x="417613" y="286194"/>
                  </a:lnTo>
                  <a:lnTo>
                    <a:pt x="410222" y="284530"/>
                  </a:lnTo>
                  <a:lnTo>
                    <a:pt x="357860" y="265785"/>
                  </a:lnTo>
                  <a:close/>
                </a:path>
                <a:path w="716279" h="415289">
                  <a:moveTo>
                    <a:pt x="715733" y="42926"/>
                  </a:moveTo>
                  <a:lnTo>
                    <a:pt x="357809" y="42926"/>
                  </a:lnTo>
                  <a:lnTo>
                    <a:pt x="365177" y="43820"/>
                  </a:lnTo>
                  <a:lnTo>
                    <a:pt x="372024" y="46405"/>
                  </a:lnTo>
                  <a:lnTo>
                    <a:pt x="378065" y="50534"/>
                  </a:lnTo>
                  <a:lnTo>
                    <a:pt x="383019" y="56057"/>
                  </a:lnTo>
                  <a:lnTo>
                    <a:pt x="413689" y="100203"/>
                  </a:lnTo>
                  <a:lnTo>
                    <a:pt x="461530" y="112788"/>
                  </a:lnTo>
                  <a:lnTo>
                    <a:pt x="486708" y="143357"/>
                  </a:lnTo>
                  <a:lnTo>
                    <a:pt x="486130" y="151593"/>
                  </a:lnTo>
                  <a:lnTo>
                    <a:pt x="483524" y="159429"/>
                  </a:lnTo>
                  <a:lnTo>
                    <a:pt x="478967" y="166471"/>
                  </a:lnTo>
                  <a:lnTo>
                    <a:pt x="448551" y="202819"/>
                  </a:lnTo>
                  <a:lnTo>
                    <a:pt x="450912" y="254952"/>
                  </a:lnTo>
                  <a:lnTo>
                    <a:pt x="425010" y="286016"/>
                  </a:lnTo>
                  <a:lnTo>
                    <a:pt x="417364" y="286194"/>
                  </a:lnTo>
                  <a:lnTo>
                    <a:pt x="715733" y="286194"/>
                  </a:lnTo>
                  <a:lnTo>
                    <a:pt x="715733" y="42926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6989" y="5165566"/>
              <a:ext cx="114515" cy="11452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07393" y="5222824"/>
              <a:ext cx="114515" cy="11452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515941" y="4680544"/>
            <a:ext cx="1638935" cy="1121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400" spc="-10">
                <a:solidFill>
                  <a:srgbClr val="2F2D2E"/>
                </a:solidFill>
                <a:latin typeface="Lucida Sans Unicode"/>
                <a:cs typeface="Lucida Sans Unicode"/>
              </a:rPr>
              <a:t>Volunteer </a:t>
            </a:r>
            <a:r>
              <a:rPr dirty="0" sz="2400" spc="150">
                <a:solidFill>
                  <a:srgbClr val="2F2D2E"/>
                </a:solidFill>
                <a:latin typeface="Lucida Sans Unicode"/>
                <a:cs typeface="Lucida Sans Unicode"/>
              </a:rPr>
              <a:t>command </a:t>
            </a:r>
            <a:r>
              <a:rPr dirty="0" sz="2400" spc="60">
                <a:solidFill>
                  <a:srgbClr val="2F2D2E"/>
                </a:solidFill>
                <a:latin typeface="Lucida Sans Unicode"/>
                <a:cs typeface="Lucida Sans Unicode"/>
              </a:rPr>
              <a:t>center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610605" y="4743382"/>
            <a:ext cx="816610" cy="687070"/>
          </a:xfrm>
          <a:custGeom>
            <a:avLst/>
            <a:gdLst/>
            <a:ahLst/>
            <a:cxnLst/>
            <a:rect l="l" t="t" r="r" b="b"/>
            <a:pathLst>
              <a:path w="816609" h="687070">
                <a:moveTo>
                  <a:pt x="42824" y="0"/>
                </a:moveTo>
                <a:lnTo>
                  <a:pt x="26151" y="3365"/>
                </a:lnTo>
                <a:lnTo>
                  <a:pt x="12539" y="12544"/>
                </a:lnTo>
                <a:lnTo>
                  <a:pt x="3364" y="26156"/>
                </a:lnTo>
                <a:lnTo>
                  <a:pt x="0" y="42824"/>
                </a:lnTo>
                <a:lnTo>
                  <a:pt x="0" y="644131"/>
                </a:lnTo>
                <a:lnTo>
                  <a:pt x="3364" y="660804"/>
                </a:lnTo>
                <a:lnTo>
                  <a:pt x="12539" y="674416"/>
                </a:lnTo>
                <a:lnTo>
                  <a:pt x="26151" y="683591"/>
                </a:lnTo>
                <a:lnTo>
                  <a:pt x="42824" y="686955"/>
                </a:lnTo>
                <a:lnTo>
                  <a:pt x="768794" y="686955"/>
                </a:lnTo>
                <a:lnTo>
                  <a:pt x="785462" y="683591"/>
                </a:lnTo>
                <a:lnTo>
                  <a:pt x="799074" y="674416"/>
                </a:lnTo>
                <a:lnTo>
                  <a:pt x="808253" y="660804"/>
                </a:lnTo>
                <a:lnTo>
                  <a:pt x="811618" y="644131"/>
                </a:lnTo>
                <a:lnTo>
                  <a:pt x="808253" y="627463"/>
                </a:lnTo>
                <a:lnTo>
                  <a:pt x="799074" y="613851"/>
                </a:lnTo>
                <a:lnTo>
                  <a:pt x="785462" y="604672"/>
                </a:lnTo>
                <a:lnTo>
                  <a:pt x="768794" y="601306"/>
                </a:lnTo>
                <a:lnTo>
                  <a:pt x="85648" y="601306"/>
                </a:lnTo>
                <a:lnTo>
                  <a:pt x="85648" y="42824"/>
                </a:lnTo>
                <a:lnTo>
                  <a:pt x="82282" y="26156"/>
                </a:lnTo>
                <a:lnTo>
                  <a:pt x="73104" y="12544"/>
                </a:lnTo>
                <a:lnTo>
                  <a:pt x="59491" y="3365"/>
                </a:lnTo>
                <a:lnTo>
                  <a:pt x="42824" y="0"/>
                </a:lnTo>
                <a:close/>
              </a:path>
              <a:path w="816609" h="687070">
                <a:moveTo>
                  <a:pt x="285027" y="383666"/>
                </a:moveTo>
                <a:lnTo>
                  <a:pt x="231990" y="383666"/>
                </a:lnTo>
                <a:lnTo>
                  <a:pt x="361746" y="451142"/>
                </a:lnTo>
                <a:lnTo>
                  <a:pt x="361619" y="453986"/>
                </a:lnTo>
                <a:lnTo>
                  <a:pt x="364145" y="466480"/>
                </a:lnTo>
                <a:lnTo>
                  <a:pt x="371030" y="476681"/>
                </a:lnTo>
                <a:lnTo>
                  <a:pt x="381240" y="483558"/>
                </a:lnTo>
                <a:lnTo>
                  <a:pt x="393738" y="486079"/>
                </a:lnTo>
                <a:lnTo>
                  <a:pt x="406234" y="483558"/>
                </a:lnTo>
                <a:lnTo>
                  <a:pt x="416439" y="476681"/>
                </a:lnTo>
                <a:lnTo>
                  <a:pt x="423320" y="466480"/>
                </a:lnTo>
                <a:lnTo>
                  <a:pt x="425843" y="453986"/>
                </a:lnTo>
                <a:lnTo>
                  <a:pt x="425762" y="451142"/>
                </a:lnTo>
                <a:lnTo>
                  <a:pt x="425640" y="449948"/>
                </a:lnTo>
                <a:lnTo>
                  <a:pt x="425284" y="448017"/>
                </a:lnTo>
                <a:lnTo>
                  <a:pt x="453769" y="429437"/>
                </a:lnTo>
                <a:lnTo>
                  <a:pt x="373037" y="429437"/>
                </a:lnTo>
                <a:lnTo>
                  <a:pt x="285027" y="383666"/>
                </a:lnTo>
                <a:close/>
              </a:path>
              <a:path w="816609" h="687070">
                <a:moveTo>
                  <a:pt x="211315" y="327012"/>
                </a:moveTo>
                <a:lnTo>
                  <a:pt x="179335" y="358495"/>
                </a:lnTo>
                <a:lnTo>
                  <a:pt x="179209" y="363778"/>
                </a:lnTo>
                <a:lnTo>
                  <a:pt x="180200" y="368185"/>
                </a:lnTo>
                <a:lnTo>
                  <a:pt x="181978" y="372173"/>
                </a:lnTo>
                <a:lnTo>
                  <a:pt x="139420" y="416864"/>
                </a:lnTo>
                <a:lnTo>
                  <a:pt x="139472" y="418960"/>
                </a:lnTo>
                <a:lnTo>
                  <a:pt x="139594" y="423951"/>
                </a:lnTo>
                <a:lnTo>
                  <a:pt x="139717" y="424713"/>
                </a:lnTo>
                <a:lnTo>
                  <a:pt x="149402" y="433933"/>
                </a:lnTo>
                <a:lnTo>
                  <a:pt x="157137" y="433743"/>
                </a:lnTo>
                <a:lnTo>
                  <a:pt x="199707" y="389051"/>
                </a:lnTo>
                <a:lnTo>
                  <a:pt x="224688" y="389051"/>
                </a:lnTo>
                <a:lnTo>
                  <a:pt x="226402" y="388378"/>
                </a:lnTo>
                <a:lnTo>
                  <a:pt x="231990" y="383666"/>
                </a:lnTo>
                <a:lnTo>
                  <a:pt x="285027" y="383666"/>
                </a:lnTo>
                <a:lnTo>
                  <a:pt x="243293" y="361962"/>
                </a:lnTo>
                <a:lnTo>
                  <a:pt x="243295" y="358495"/>
                </a:lnTo>
                <a:lnTo>
                  <a:pt x="240897" y="346616"/>
                </a:lnTo>
                <a:lnTo>
                  <a:pt x="234016" y="336411"/>
                </a:lnTo>
                <a:lnTo>
                  <a:pt x="223811" y="329533"/>
                </a:lnTo>
                <a:lnTo>
                  <a:pt x="211315" y="327012"/>
                </a:lnTo>
                <a:close/>
              </a:path>
              <a:path w="816609" h="687070">
                <a:moveTo>
                  <a:pt x="400481" y="421868"/>
                </a:moveTo>
                <a:lnTo>
                  <a:pt x="385851" y="421868"/>
                </a:lnTo>
                <a:lnTo>
                  <a:pt x="378637" y="424713"/>
                </a:lnTo>
                <a:lnTo>
                  <a:pt x="373037" y="429437"/>
                </a:lnTo>
                <a:lnTo>
                  <a:pt x="453769" y="429437"/>
                </a:lnTo>
                <a:lnTo>
                  <a:pt x="456709" y="427520"/>
                </a:lnTo>
                <a:lnTo>
                  <a:pt x="411924" y="427520"/>
                </a:lnTo>
                <a:lnTo>
                  <a:pt x="406742" y="423951"/>
                </a:lnTo>
                <a:lnTo>
                  <a:pt x="400481" y="421868"/>
                </a:lnTo>
                <a:close/>
              </a:path>
              <a:path w="816609" h="687070">
                <a:moveTo>
                  <a:pt x="561555" y="224853"/>
                </a:moveTo>
                <a:lnTo>
                  <a:pt x="549059" y="227377"/>
                </a:lnTo>
                <a:lnTo>
                  <a:pt x="538854" y="234259"/>
                </a:lnTo>
                <a:lnTo>
                  <a:pt x="531973" y="244468"/>
                </a:lnTo>
                <a:lnTo>
                  <a:pt x="529450" y="256971"/>
                </a:lnTo>
                <a:lnTo>
                  <a:pt x="529450" y="264934"/>
                </a:lnTo>
                <a:lnTo>
                  <a:pt x="532358" y="272211"/>
                </a:lnTo>
                <a:lnTo>
                  <a:pt x="537159" y="277825"/>
                </a:lnTo>
                <a:lnTo>
                  <a:pt x="497712" y="354990"/>
                </a:lnTo>
                <a:lnTo>
                  <a:pt x="486642" y="358495"/>
                </a:lnTo>
                <a:lnTo>
                  <a:pt x="477727" y="365517"/>
                </a:lnTo>
                <a:lnTo>
                  <a:pt x="471782" y="375241"/>
                </a:lnTo>
                <a:lnTo>
                  <a:pt x="469620" y="386854"/>
                </a:lnTo>
                <a:lnTo>
                  <a:pt x="469659" y="388378"/>
                </a:lnTo>
                <a:lnTo>
                  <a:pt x="469760" y="389788"/>
                </a:lnTo>
                <a:lnTo>
                  <a:pt x="411924" y="427520"/>
                </a:lnTo>
                <a:lnTo>
                  <a:pt x="456709" y="427520"/>
                </a:lnTo>
                <a:lnTo>
                  <a:pt x="481202" y="411543"/>
                </a:lnTo>
                <a:lnTo>
                  <a:pt x="521466" y="411543"/>
                </a:lnTo>
                <a:lnTo>
                  <a:pt x="524419" y="409551"/>
                </a:lnTo>
                <a:lnTo>
                  <a:pt x="531297" y="399345"/>
                </a:lnTo>
                <a:lnTo>
                  <a:pt x="533819" y="386854"/>
                </a:lnTo>
                <a:lnTo>
                  <a:pt x="532967" y="379474"/>
                </a:lnTo>
                <a:lnTo>
                  <a:pt x="530542" y="372702"/>
                </a:lnTo>
                <a:lnTo>
                  <a:pt x="526736" y="366732"/>
                </a:lnTo>
                <a:lnTo>
                  <a:pt x="521741" y="361759"/>
                </a:lnTo>
                <a:lnTo>
                  <a:pt x="558893" y="289064"/>
                </a:lnTo>
                <a:lnTo>
                  <a:pt x="569772" y="289064"/>
                </a:lnTo>
                <a:lnTo>
                  <a:pt x="577265" y="285978"/>
                </a:lnTo>
                <a:lnTo>
                  <a:pt x="582942" y="280911"/>
                </a:lnTo>
                <a:lnTo>
                  <a:pt x="687262" y="280911"/>
                </a:lnTo>
                <a:lnTo>
                  <a:pt x="691084" y="276809"/>
                </a:lnTo>
                <a:lnTo>
                  <a:pt x="630656" y="276809"/>
                </a:lnTo>
                <a:lnTo>
                  <a:pt x="593597" y="258876"/>
                </a:lnTo>
                <a:lnTo>
                  <a:pt x="593661" y="256971"/>
                </a:lnTo>
                <a:lnTo>
                  <a:pt x="591138" y="244468"/>
                </a:lnTo>
                <a:lnTo>
                  <a:pt x="584257" y="234259"/>
                </a:lnTo>
                <a:lnTo>
                  <a:pt x="574051" y="227377"/>
                </a:lnTo>
                <a:lnTo>
                  <a:pt x="561555" y="224853"/>
                </a:lnTo>
                <a:close/>
              </a:path>
              <a:path w="816609" h="687070">
                <a:moveTo>
                  <a:pt x="521466" y="411543"/>
                </a:moveTo>
                <a:lnTo>
                  <a:pt x="481202" y="411543"/>
                </a:lnTo>
                <a:lnTo>
                  <a:pt x="486765" y="416178"/>
                </a:lnTo>
                <a:lnTo>
                  <a:pt x="493915" y="418960"/>
                </a:lnTo>
                <a:lnTo>
                  <a:pt x="501713" y="418960"/>
                </a:lnTo>
                <a:lnTo>
                  <a:pt x="514214" y="416435"/>
                </a:lnTo>
                <a:lnTo>
                  <a:pt x="521466" y="411543"/>
                </a:lnTo>
                <a:close/>
              </a:path>
              <a:path w="816609" h="687070">
                <a:moveTo>
                  <a:pt x="224688" y="389051"/>
                </a:moveTo>
                <a:lnTo>
                  <a:pt x="199707" y="389051"/>
                </a:lnTo>
                <a:lnTo>
                  <a:pt x="203314" y="390436"/>
                </a:lnTo>
                <a:lnTo>
                  <a:pt x="207225" y="391210"/>
                </a:lnTo>
                <a:lnTo>
                  <a:pt x="219189" y="391210"/>
                </a:lnTo>
                <a:lnTo>
                  <a:pt x="224688" y="389051"/>
                </a:lnTo>
                <a:close/>
              </a:path>
              <a:path w="816609" h="687070">
                <a:moveTo>
                  <a:pt x="687262" y="280911"/>
                </a:moveTo>
                <a:lnTo>
                  <a:pt x="582942" y="280911"/>
                </a:lnTo>
                <a:lnTo>
                  <a:pt x="620001" y="298843"/>
                </a:lnTo>
                <a:lnTo>
                  <a:pt x="619937" y="300748"/>
                </a:lnTo>
                <a:lnTo>
                  <a:pt x="622461" y="313248"/>
                </a:lnTo>
                <a:lnTo>
                  <a:pt x="629342" y="323448"/>
                </a:lnTo>
                <a:lnTo>
                  <a:pt x="639547" y="330322"/>
                </a:lnTo>
                <a:lnTo>
                  <a:pt x="652043" y="332841"/>
                </a:lnTo>
                <a:lnTo>
                  <a:pt x="664537" y="330322"/>
                </a:lnTo>
                <a:lnTo>
                  <a:pt x="674738" y="323448"/>
                </a:lnTo>
                <a:lnTo>
                  <a:pt x="681614" y="313248"/>
                </a:lnTo>
                <a:lnTo>
                  <a:pt x="684136" y="300748"/>
                </a:lnTo>
                <a:lnTo>
                  <a:pt x="684136" y="295986"/>
                </a:lnTo>
                <a:lnTo>
                  <a:pt x="683094" y="291452"/>
                </a:lnTo>
                <a:lnTo>
                  <a:pt x="681227" y="287388"/>
                </a:lnTo>
                <a:lnTo>
                  <a:pt x="687262" y="280911"/>
                </a:lnTo>
                <a:close/>
              </a:path>
              <a:path w="816609" h="687070">
                <a:moveTo>
                  <a:pt x="656018" y="268630"/>
                </a:moveTo>
                <a:lnTo>
                  <a:pt x="643826" y="268630"/>
                </a:lnTo>
                <a:lnTo>
                  <a:pt x="636333" y="271729"/>
                </a:lnTo>
                <a:lnTo>
                  <a:pt x="630656" y="276809"/>
                </a:lnTo>
                <a:lnTo>
                  <a:pt x="691084" y="276809"/>
                </a:lnTo>
                <a:lnTo>
                  <a:pt x="696787" y="270687"/>
                </a:lnTo>
                <a:lnTo>
                  <a:pt x="663333" y="270687"/>
                </a:lnTo>
                <a:lnTo>
                  <a:pt x="659828" y="269366"/>
                </a:lnTo>
                <a:lnTo>
                  <a:pt x="656018" y="268630"/>
                </a:lnTo>
                <a:close/>
              </a:path>
              <a:path w="816609" h="687070">
                <a:moveTo>
                  <a:pt x="809307" y="123990"/>
                </a:moveTo>
                <a:lnTo>
                  <a:pt x="732015" y="164604"/>
                </a:lnTo>
                <a:lnTo>
                  <a:pt x="730821" y="166319"/>
                </a:lnTo>
                <a:lnTo>
                  <a:pt x="730288" y="170243"/>
                </a:lnTo>
                <a:lnTo>
                  <a:pt x="730999" y="172211"/>
                </a:lnTo>
                <a:lnTo>
                  <a:pt x="743864" y="184251"/>
                </a:lnTo>
                <a:lnTo>
                  <a:pt x="663333" y="270687"/>
                </a:lnTo>
                <a:lnTo>
                  <a:pt x="696787" y="270687"/>
                </a:lnTo>
                <a:lnTo>
                  <a:pt x="761745" y="200964"/>
                </a:lnTo>
                <a:lnTo>
                  <a:pt x="785414" y="200964"/>
                </a:lnTo>
                <a:lnTo>
                  <a:pt x="815454" y="133095"/>
                </a:lnTo>
                <a:lnTo>
                  <a:pt x="816495" y="130708"/>
                </a:lnTo>
                <a:lnTo>
                  <a:pt x="815936" y="127927"/>
                </a:lnTo>
                <a:lnTo>
                  <a:pt x="812126" y="124371"/>
                </a:lnTo>
                <a:lnTo>
                  <a:pt x="809307" y="123990"/>
                </a:lnTo>
                <a:close/>
              </a:path>
              <a:path w="816609" h="687070">
                <a:moveTo>
                  <a:pt x="785414" y="200964"/>
                </a:moveTo>
                <a:lnTo>
                  <a:pt x="761745" y="200964"/>
                </a:lnTo>
                <a:lnTo>
                  <a:pt x="772010" y="210565"/>
                </a:lnTo>
                <a:lnTo>
                  <a:pt x="773503" y="211874"/>
                </a:lnTo>
                <a:lnTo>
                  <a:pt x="774839" y="212394"/>
                </a:lnTo>
                <a:lnTo>
                  <a:pt x="777003" y="212394"/>
                </a:lnTo>
                <a:lnTo>
                  <a:pt x="779538" y="211874"/>
                </a:lnTo>
                <a:lnTo>
                  <a:pt x="781164" y="210565"/>
                </a:lnTo>
                <a:lnTo>
                  <a:pt x="785414" y="200964"/>
                </a:lnTo>
                <a:close/>
              </a:path>
            </a:pathLst>
          </a:custGeom>
          <a:solidFill>
            <a:srgbClr val="3F2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870345" y="4680544"/>
            <a:ext cx="189674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solidFill>
                  <a:srgbClr val="2F2D2E"/>
                </a:solidFill>
                <a:latin typeface="Lucida Sans Unicode"/>
                <a:cs typeface="Lucida Sans Unicode"/>
              </a:rPr>
              <a:t>Analytics</a:t>
            </a:r>
            <a:r>
              <a:rPr dirty="0" sz="2400" spc="1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30">
                <a:solidFill>
                  <a:srgbClr val="2F2D2E"/>
                </a:solidFill>
                <a:latin typeface="Lucida Sans Unicode"/>
                <a:cs typeface="Lucida Sans Unicode"/>
              </a:rPr>
              <a:t>for </a:t>
            </a:r>
            <a:r>
              <a:rPr dirty="0" sz="2400" spc="-10">
                <a:solidFill>
                  <a:srgbClr val="2F2D2E"/>
                </a:solidFill>
                <a:latin typeface="Lucida Sans Unicode"/>
                <a:cs typeface="Lucida Sans Unicode"/>
              </a:rPr>
              <a:t>decisions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096612" y="4692041"/>
            <a:ext cx="553085" cy="447675"/>
          </a:xfrm>
          <a:custGeom>
            <a:avLst/>
            <a:gdLst/>
            <a:ahLst/>
            <a:cxnLst/>
            <a:rect l="l" t="t" r="r" b="b"/>
            <a:pathLst>
              <a:path w="553084" h="447675">
                <a:moveTo>
                  <a:pt x="546823" y="0"/>
                </a:moveTo>
                <a:lnTo>
                  <a:pt x="5892" y="0"/>
                </a:lnTo>
                <a:lnTo>
                  <a:pt x="0" y="5892"/>
                </a:lnTo>
                <a:lnTo>
                  <a:pt x="0" y="441540"/>
                </a:lnTo>
                <a:lnTo>
                  <a:pt x="5892" y="447433"/>
                </a:lnTo>
                <a:lnTo>
                  <a:pt x="546823" y="447433"/>
                </a:lnTo>
                <a:lnTo>
                  <a:pt x="552716" y="441540"/>
                </a:lnTo>
                <a:lnTo>
                  <a:pt x="552716" y="407962"/>
                </a:lnTo>
                <a:lnTo>
                  <a:pt x="65798" y="407962"/>
                </a:lnTo>
                <a:lnTo>
                  <a:pt x="65798" y="263207"/>
                </a:lnTo>
                <a:lnTo>
                  <a:pt x="184238" y="263207"/>
                </a:lnTo>
                <a:lnTo>
                  <a:pt x="184238" y="197396"/>
                </a:lnTo>
                <a:lnTo>
                  <a:pt x="552716" y="197396"/>
                </a:lnTo>
                <a:lnTo>
                  <a:pt x="552716" y="184543"/>
                </a:lnTo>
                <a:lnTo>
                  <a:pt x="93043" y="184543"/>
                </a:lnTo>
                <a:lnTo>
                  <a:pt x="80295" y="180560"/>
                </a:lnTo>
                <a:lnTo>
                  <a:pt x="69683" y="172673"/>
                </a:lnTo>
                <a:lnTo>
                  <a:pt x="67820" y="169967"/>
                </a:lnTo>
                <a:lnTo>
                  <a:pt x="61950" y="161188"/>
                </a:lnTo>
                <a:lnTo>
                  <a:pt x="58645" y="147866"/>
                </a:lnTo>
                <a:lnTo>
                  <a:pt x="59966" y="134575"/>
                </a:lnTo>
                <a:lnTo>
                  <a:pt x="65597" y="122465"/>
                </a:lnTo>
                <a:lnTo>
                  <a:pt x="75222" y="112687"/>
                </a:lnTo>
                <a:lnTo>
                  <a:pt x="87596" y="106750"/>
                </a:lnTo>
                <a:lnTo>
                  <a:pt x="100877" y="105349"/>
                </a:lnTo>
                <a:lnTo>
                  <a:pt x="143100" y="105349"/>
                </a:lnTo>
                <a:lnTo>
                  <a:pt x="178219" y="84493"/>
                </a:lnTo>
                <a:lnTo>
                  <a:pt x="177901" y="82664"/>
                </a:lnTo>
                <a:lnTo>
                  <a:pt x="177711" y="80810"/>
                </a:lnTo>
                <a:lnTo>
                  <a:pt x="177661" y="78986"/>
                </a:lnTo>
                <a:lnTo>
                  <a:pt x="180761" y="63587"/>
                </a:lnTo>
                <a:lnTo>
                  <a:pt x="189218" y="51036"/>
                </a:lnTo>
                <a:lnTo>
                  <a:pt x="201765" y="42574"/>
                </a:lnTo>
                <a:lnTo>
                  <a:pt x="217131" y="39471"/>
                </a:lnTo>
                <a:lnTo>
                  <a:pt x="552716" y="39471"/>
                </a:lnTo>
                <a:lnTo>
                  <a:pt x="552716" y="5892"/>
                </a:lnTo>
                <a:lnTo>
                  <a:pt x="546823" y="0"/>
                </a:lnTo>
                <a:close/>
              </a:path>
              <a:path w="553084" h="447675">
                <a:moveTo>
                  <a:pt x="184238" y="263207"/>
                </a:moveTo>
                <a:lnTo>
                  <a:pt x="131597" y="263207"/>
                </a:lnTo>
                <a:lnTo>
                  <a:pt x="131597" y="407962"/>
                </a:lnTo>
                <a:lnTo>
                  <a:pt x="184238" y="407962"/>
                </a:lnTo>
                <a:lnTo>
                  <a:pt x="184238" y="263207"/>
                </a:lnTo>
                <a:close/>
              </a:path>
              <a:path w="553084" h="447675">
                <a:moveTo>
                  <a:pt x="552716" y="197396"/>
                </a:moveTo>
                <a:lnTo>
                  <a:pt x="250037" y="197396"/>
                </a:lnTo>
                <a:lnTo>
                  <a:pt x="250037" y="407962"/>
                </a:lnTo>
                <a:lnTo>
                  <a:pt x="302679" y="407962"/>
                </a:lnTo>
                <a:lnTo>
                  <a:pt x="302679" y="263207"/>
                </a:lnTo>
                <a:lnTo>
                  <a:pt x="421119" y="263207"/>
                </a:lnTo>
                <a:lnTo>
                  <a:pt x="421119" y="223723"/>
                </a:lnTo>
                <a:lnTo>
                  <a:pt x="552716" y="223723"/>
                </a:lnTo>
                <a:lnTo>
                  <a:pt x="552716" y="197396"/>
                </a:lnTo>
                <a:close/>
              </a:path>
              <a:path w="553084" h="447675">
                <a:moveTo>
                  <a:pt x="421119" y="263207"/>
                </a:moveTo>
                <a:lnTo>
                  <a:pt x="368477" y="263207"/>
                </a:lnTo>
                <a:lnTo>
                  <a:pt x="368477" y="407962"/>
                </a:lnTo>
                <a:lnTo>
                  <a:pt x="421119" y="407962"/>
                </a:lnTo>
                <a:lnTo>
                  <a:pt x="421119" y="263207"/>
                </a:lnTo>
                <a:close/>
              </a:path>
              <a:path w="553084" h="447675">
                <a:moveTo>
                  <a:pt x="552716" y="223723"/>
                </a:moveTo>
                <a:lnTo>
                  <a:pt x="486917" y="223723"/>
                </a:lnTo>
                <a:lnTo>
                  <a:pt x="486917" y="407962"/>
                </a:lnTo>
                <a:lnTo>
                  <a:pt x="552716" y="407962"/>
                </a:lnTo>
                <a:lnTo>
                  <a:pt x="552716" y="223723"/>
                </a:lnTo>
                <a:close/>
              </a:path>
              <a:path w="553084" h="447675">
                <a:moveTo>
                  <a:pt x="190423" y="107848"/>
                </a:moveTo>
                <a:lnTo>
                  <a:pt x="137617" y="139217"/>
                </a:lnTo>
                <a:lnTo>
                  <a:pt x="137934" y="141046"/>
                </a:lnTo>
                <a:lnTo>
                  <a:pt x="138014" y="141824"/>
                </a:lnTo>
                <a:lnTo>
                  <a:pt x="138109" y="142747"/>
                </a:lnTo>
                <a:lnTo>
                  <a:pt x="138175" y="144754"/>
                </a:lnTo>
                <a:lnTo>
                  <a:pt x="135925" y="158294"/>
                </a:lnTo>
                <a:lnTo>
                  <a:pt x="129443" y="169967"/>
                </a:lnTo>
                <a:lnTo>
                  <a:pt x="119471" y="178844"/>
                </a:lnTo>
                <a:lnTo>
                  <a:pt x="106756" y="183997"/>
                </a:lnTo>
                <a:lnTo>
                  <a:pt x="93043" y="184543"/>
                </a:lnTo>
                <a:lnTo>
                  <a:pt x="552716" y="184543"/>
                </a:lnTo>
                <a:lnTo>
                  <a:pt x="552716" y="184238"/>
                </a:lnTo>
                <a:lnTo>
                  <a:pt x="335572" y="184238"/>
                </a:lnTo>
                <a:lnTo>
                  <a:pt x="320205" y="181135"/>
                </a:lnTo>
                <a:lnTo>
                  <a:pt x="307659" y="172673"/>
                </a:lnTo>
                <a:lnTo>
                  <a:pt x="299201" y="160123"/>
                </a:lnTo>
                <a:lnTo>
                  <a:pt x="296100" y="144754"/>
                </a:lnTo>
                <a:lnTo>
                  <a:pt x="296143" y="143543"/>
                </a:lnTo>
                <a:lnTo>
                  <a:pt x="296293" y="142900"/>
                </a:lnTo>
                <a:lnTo>
                  <a:pt x="296398" y="141824"/>
                </a:lnTo>
                <a:lnTo>
                  <a:pt x="296571" y="141824"/>
                </a:lnTo>
                <a:lnTo>
                  <a:pt x="254432" y="118376"/>
                </a:lnTo>
                <a:lnTo>
                  <a:pt x="214950" y="118376"/>
                </a:lnTo>
                <a:lnTo>
                  <a:pt x="201935" y="115364"/>
                </a:lnTo>
                <a:lnTo>
                  <a:pt x="190423" y="107848"/>
                </a:lnTo>
                <a:close/>
              </a:path>
              <a:path w="553084" h="447675">
                <a:moveTo>
                  <a:pt x="421182" y="127152"/>
                </a:moveTo>
                <a:lnTo>
                  <a:pt x="374954" y="143763"/>
                </a:lnTo>
                <a:lnTo>
                  <a:pt x="375056" y="144754"/>
                </a:lnTo>
                <a:lnTo>
                  <a:pt x="371953" y="160123"/>
                </a:lnTo>
                <a:lnTo>
                  <a:pt x="363491" y="172673"/>
                </a:lnTo>
                <a:lnTo>
                  <a:pt x="350940" y="181135"/>
                </a:lnTo>
                <a:lnTo>
                  <a:pt x="335572" y="184238"/>
                </a:lnTo>
                <a:lnTo>
                  <a:pt x="552716" y="184238"/>
                </a:lnTo>
                <a:lnTo>
                  <a:pt x="552716" y="144754"/>
                </a:lnTo>
                <a:lnTo>
                  <a:pt x="454012" y="144754"/>
                </a:lnTo>
                <a:lnTo>
                  <a:pt x="444344" y="143543"/>
                </a:lnTo>
                <a:lnTo>
                  <a:pt x="435392" y="140068"/>
                </a:lnTo>
                <a:lnTo>
                  <a:pt x="427599" y="134575"/>
                </a:lnTo>
                <a:lnTo>
                  <a:pt x="426854" y="133735"/>
                </a:lnTo>
                <a:lnTo>
                  <a:pt x="421182" y="127152"/>
                </a:lnTo>
                <a:close/>
              </a:path>
              <a:path w="553084" h="447675">
                <a:moveTo>
                  <a:pt x="552716" y="66078"/>
                </a:moveTo>
                <a:lnTo>
                  <a:pt x="456768" y="66078"/>
                </a:lnTo>
                <a:lnTo>
                  <a:pt x="471548" y="70051"/>
                </a:lnTo>
                <a:lnTo>
                  <a:pt x="483344" y="78986"/>
                </a:lnTo>
                <a:lnTo>
                  <a:pt x="493469" y="106750"/>
                </a:lnTo>
                <a:lnTo>
                  <a:pt x="489984" y="121653"/>
                </a:lnTo>
                <a:lnTo>
                  <a:pt x="481437" y="133735"/>
                </a:lnTo>
                <a:lnTo>
                  <a:pt x="469043" y="141824"/>
                </a:lnTo>
                <a:lnTo>
                  <a:pt x="454012" y="144754"/>
                </a:lnTo>
                <a:lnTo>
                  <a:pt x="552716" y="144754"/>
                </a:lnTo>
                <a:lnTo>
                  <a:pt x="552716" y="66078"/>
                </a:lnTo>
                <a:close/>
              </a:path>
              <a:path w="553084" h="447675">
                <a:moveTo>
                  <a:pt x="404052" y="105349"/>
                </a:moveTo>
                <a:lnTo>
                  <a:pt x="337037" y="105349"/>
                </a:lnTo>
                <a:lnTo>
                  <a:pt x="344834" y="106404"/>
                </a:lnTo>
                <a:lnTo>
                  <a:pt x="352529" y="109173"/>
                </a:lnTo>
                <a:lnTo>
                  <a:pt x="359477" y="113484"/>
                </a:lnTo>
                <a:lnTo>
                  <a:pt x="365429" y="119214"/>
                </a:lnTo>
                <a:lnTo>
                  <a:pt x="404052" y="105349"/>
                </a:lnTo>
                <a:close/>
              </a:path>
              <a:path w="553084" h="447675">
                <a:moveTo>
                  <a:pt x="240487" y="110616"/>
                </a:moveTo>
                <a:lnTo>
                  <a:pt x="228217" y="116817"/>
                </a:lnTo>
                <a:lnTo>
                  <a:pt x="214950" y="118376"/>
                </a:lnTo>
                <a:lnTo>
                  <a:pt x="254432" y="118376"/>
                </a:lnTo>
                <a:lnTo>
                  <a:pt x="240487" y="110616"/>
                </a:lnTo>
                <a:close/>
              </a:path>
              <a:path w="553084" h="447675">
                <a:moveTo>
                  <a:pt x="552716" y="39471"/>
                </a:moveTo>
                <a:lnTo>
                  <a:pt x="217131" y="39471"/>
                </a:lnTo>
                <a:lnTo>
                  <a:pt x="232500" y="42574"/>
                </a:lnTo>
                <a:lnTo>
                  <a:pt x="245051" y="51036"/>
                </a:lnTo>
                <a:lnTo>
                  <a:pt x="253513" y="63587"/>
                </a:lnTo>
                <a:lnTo>
                  <a:pt x="256615" y="78986"/>
                </a:lnTo>
                <a:lnTo>
                  <a:pt x="256521" y="82664"/>
                </a:lnTo>
                <a:lnTo>
                  <a:pt x="256120" y="85534"/>
                </a:lnTo>
                <a:lnTo>
                  <a:pt x="255244" y="88709"/>
                </a:lnTo>
                <a:lnTo>
                  <a:pt x="307098" y="117551"/>
                </a:lnTo>
                <a:lnTo>
                  <a:pt x="313371" y="112167"/>
                </a:lnTo>
                <a:lnTo>
                  <a:pt x="320554" y="108261"/>
                </a:lnTo>
                <a:lnTo>
                  <a:pt x="328394" y="105935"/>
                </a:lnTo>
                <a:lnTo>
                  <a:pt x="335943" y="105349"/>
                </a:lnTo>
                <a:lnTo>
                  <a:pt x="404052" y="105349"/>
                </a:lnTo>
                <a:lnTo>
                  <a:pt x="414921" y="101447"/>
                </a:lnTo>
                <a:lnTo>
                  <a:pt x="419372" y="86793"/>
                </a:lnTo>
                <a:lnTo>
                  <a:pt x="428686" y="75290"/>
                </a:lnTo>
                <a:lnTo>
                  <a:pt x="441580" y="68023"/>
                </a:lnTo>
                <a:lnTo>
                  <a:pt x="456768" y="66078"/>
                </a:lnTo>
                <a:lnTo>
                  <a:pt x="552716" y="66078"/>
                </a:lnTo>
                <a:lnTo>
                  <a:pt x="552716" y="39471"/>
                </a:lnTo>
                <a:close/>
              </a:path>
              <a:path w="553084" h="447675">
                <a:moveTo>
                  <a:pt x="143100" y="105349"/>
                </a:moveTo>
                <a:lnTo>
                  <a:pt x="100877" y="105349"/>
                </a:lnTo>
                <a:lnTo>
                  <a:pt x="113875" y="108411"/>
                </a:lnTo>
                <a:lnTo>
                  <a:pt x="125399" y="115862"/>
                </a:lnTo>
                <a:lnTo>
                  <a:pt x="143100" y="105349"/>
                </a:lnTo>
                <a:close/>
              </a:path>
            </a:pathLst>
          </a:custGeom>
          <a:solidFill>
            <a:srgbClr val="3F2B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13965003" y="5192116"/>
            <a:ext cx="815975" cy="289560"/>
            <a:chOff x="13965003" y="5192116"/>
            <a:chExt cx="815975" cy="28956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4051" y="5257914"/>
              <a:ext cx="236880" cy="1579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65003" y="5257918"/>
              <a:ext cx="236880" cy="1579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228212" y="5192116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6"/>
                  </a:lnTo>
                  <a:lnTo>
                    <a:pt x="7379" y="99007"/>
                  </a:lnTo>
                  <a:lnTo>
                    <a:pt x="0" y="144767"/>
                  </a:lnTo>
                  <a:lnTo>
                    <a:pt x="7379" y="190521"/>
                  </a:lnTo>
                  <a:lnTo>
                    <a:pt x="27929" y="230257"/>
                  </a:lnTo>
                  <a:lnTo>
                    <a:pt x="59264" y="261592"/>
                  </a:lnTo>
                  <a:lnTo>
                    <a:pt x="99000" y="282142"/>
                  </a:lnTo>
                  <a:lnTo>
                    <a:pt x="144754" y="289521"/>
                  </a:lnTo>
                  <a:lnTo>
                    <a:pt x="190508" y="282142"/>
                  </a:lnTo>
                  <a:lnTo>
                    <a:pt x="230245" y="261592"/>
                  </a:lnTo>
                  <a:lnTo>
                    <a:pt x="261580" y="230257"/>
                  </a:lnTo>
                  <a:lnTo>
                    <a:pt x="280176" y="194297"/>
                  </a:lnTo>
                  <a:lnTo>
                    <a:pt x="93383" y="194297"/>
                  </a:lnTo>
                  <a:lnTo>
                    <a:pt x="78917" y="172313"/>
                  </a:lnTo>
                  <a:lnTo>
                    <a:pt x="131597" y="137668"/>
                  </a:lnTo>
                  <a:lnTo>
                    <a:pt x="131597" y="52641"/>
                  </a:lnTo>
                  <a:lnTo>
                    <a:pt x="254955" y="52641"/>
                  </a:lnTo>
                  <a:lnTo>
                    <a:pt x="230245" y="27929"/>
                  </a:lnTo>
                  <a:lnTo>
                    <a:pt x="190508" y="7379"/>
                  </a:lnTo>
                  <a:lnTo>
                    <a:pt x="144754" y="0"/>
                  </a:lnTo>
                  <a:close/>
                </a:path>
                <a:path w="289559" h="289560">
                  <a:moveTo>
                    <a:pt x="254955" y="52641"/>
                  </a:moveTo>
                  <a:lnTo>
                    <a:pt x="157911" y="52641"/>
                  </a:lnTo>
                  <a:lnTo>
                    <a:pt x="157911" y="149186"/>
                  </a:lnTo>
                  <a:lnTo>
                    <a:pt x="155689" y="153327"/>
                  </a:lnTo>
                  <a:lnTo>
                    <a:pt x="93383" y="194297"/>
                  </a:lnTo>
                  <a:lnTo>
                    <a:pt x="280176" y="194297"/>
                  </a:lnTo>
                  <a:lnTo>
                    <a:pt x="282129" y="190521"/>
                  </a:lnTo>
                  <a:lnTo>
                    <a:pt x="289509" y="144767"/>
                  </a:lnTo>
                  <a:lnTo>
                    <a:pt x="282129" y="99007"/>
                  </a:lnTo>
                  <a:lnTo>
                    <a:pt x="261580" y="59266"/>
                  </a:lnTo>
                  <a:lnTo>
                    <a:pt x="254955" y="52641"/>
                  </a:lnTo>
                  <a:close/>
                </a:path>
              </a:pathLst>
            </a:custGeom>
            <a:solidFill>
              <a:srgbClr val="3F2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5224751" y="4680544"/>
            <a:ext cx="144589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400" spc="45">
                <a:solidFill>
                  <a:srgbClr val="2F2D2E"/>
                </a:solidFill>
                <a:latin typeface="Lucida Sans Unicode"/>
                <a:cs typeface="Lucida Sans Unicode"/>
              </a:rPr>
              <a:t>Core </a:t>
            </a:r>
            <a:r>
              <a:rPr dirty="0" sz="2400" spc="120">
                <a:solidFill>
                  <a:srgbClr val="2F2D2E"/>
                </a:solidFill>
                <a:latin typeface="Lucida Sans Unicode"/>
                <a:cs typeface="Lucida Sans Unicode"/>
              </a:rPr>
              <a:t>message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1393" y="5980143"/>
            <a:ext cx="3402329" cy="3410585"/>
          </a:xfrm>
          <a:custGeom>
            <a:avLst/>
            <a:gdLst/>
            <a:ahLst/>
            <a:cxnLst/>
            <a:rect l="l" t="t" r="r" b="b"/>
            <a:pathLst>
              <a:path w="3402329" h="3410584">
                <a:moveTo>
                  <a:pt x="228600" y="0"/>
                </a:moveTo>
                <a:lnTo>
                  <a:pt x="3173539" y="0"/>
                </a:lnTo>
                <a:lnTo>
                  <a:pt x="3177286" y="0"/>
                </a:lnTo>
                <a:lnTo>
                  <a:pt x="3181032" y="88"/>
                </a:lnTo>
                <a:lnTo>
                  <a:pt x="3184766" y="279"/>
                </a:lnTo>
                <a:lnTo>
                  <a:pt x="3188500" y="457"/>
                </a:lnTo>
                <a:lnTo>
                  <a:pt x="3192233" y="736"/>
                </a:lnTo>
                <a:lnTo>
                  <a:pt x="3218141" y="4394"/>
                </a:lnTo>
                <a:lnTo>
                  <a:pt x="3221812" y="5118"/>
                </a:lnTo>
                <a:lnTo>
                  <a:pt x="3250552" y="13360"/>
                </a:lnTo>
                <a:lnTo>
                  <a:pt x="3254082" y="14617"/>
                </a:lnTo>
                <a:lnTo>
                  <a:pt x="3291065" y="32524"/>
                </a:lnTo>
                <a:lnTo>
                  <a:pt x="3294278" y="34442"/>
                </a:lnTo>
                <a:lnTo>
                  <a:pt x="3297440" y="36449"/>
                </a:lnTo>
                <a:lnTo>
                  <a:pt x="3300552" y="38531"/>
                </a:lnTo>
                <a:lnTo>
                  <a:pt x="3303663" y="40601"/>
                </a:lnTo>
                <a:lnTo>
                  <a:pt x="3335185" y="66954"/>
                </a:lnTo>
                <a:lnTo>
                  <a:pt x="3337839" y="69596"/>
                </a:lnTo>
                <a:lnTo>
                  <a:pt x="3340417" y="72313"/>
                </a:lnTo>
                <a:lnTo>
                  <a:pt x="3342919" y="75082"/>
                </a:lnTo>
                <a:lnTo>
                  <a:pt x="3345433" y="77851"/>
                </a:lnTo>
                <a:lnTo>
                  <a:pt x="3363620" y="101600"/>
                </a:lnTo>
                <a:lnTo>
                  <a:pt x="3365703" y="104711"/>
                </a:lnTo>
                <a:lnTo>
                  <a:pt x="3367697" y="107861"/>
                </a:lnTo>
                <a:lnTo>
                  <a:pt x="3369614" y="111074"/>
                </a:lnTo>
                <a:lnTo>
                  <a:pt x="3371545" y="114287"/>
                </a:lnTo>
                <a:lnTo>
                  <a:pt x="3373386" y="117538"/>
                </a:lnTo>
                <a:lnTo>
                  <a:pt x="3375152" y="120840"/>
                </a:lnTo>
                <a:lnTo>
                  <a:pt x="3376917" y="124142"/>
                </a:lnTo>
                <a:lnTo>
                  <a:pt x="3388779" y="151587"/>
                </a:lnTo>
                <a:lnTo>
                  <a:pt x="3390036" y="155105"/>
                </a:lnTo>
                <a:lnTo>
                  <a:pt x="3391217" y="158661"/>
                </a:lnTo>
                <a:lnTo>
                  <a:pt x="3392297" y="162242"/>
                </a:lnTo>
                <a:lnTo>
                  <a:pt x="3393389" y="165823"/>
                </a:lnTo>
                <a:lnTo>
                  <a:pt x="3397745" y="183997"/>
                </a:lnTo>
                <a:lnTo>
                  <a:pt x="3398481" y="187667"/>
                </a:lnTo>
                <a:lnTo>
                  <a:pt x="3401047" y="206197"/>
                </a:lnTo>
                <a:lnTo>
                  <a:pt x="3401415" y="209918"/>
                </a:lnTo>
                <a:lnTo>
                  <a:pt x="3401695" y="213652"/>
                </a:lnTo>
                <a:lnTo>
                  <a:pt x="3401872" y="217385"/>
                </a:lnTo>
                <a:lnTo>
                  <a:pt x="3402050" y="221119"/>
                </a:lnTo>
                <a:lnTo>
                  <a:pt x="3402139" y="224853"/>
                </a:lnTo>
                <a:lnTo>
                  <a:pt x="3402139" y="228600"/>
                </a:lnTo>
                <a:lnTo>
                  <a:pt x="3402139" y="3181502"/>
                </a:lnTo>
                <a:lnTo>
                  <a:pt x="3402139" y="3185236"/>
                </a:lnTo>
                <a:lnTo>
                  <a:pt x="3402050" y="3188982"/>
                </a:lnTo>
                <a:lnTo>
                  <a:pt x="3401872" y="3192716"/>
                </a:lnTo>
                <a:lnTo>
                  <a:pt x="3401695" y="3196450"/>
                </a:lnTo>
                <a:lnTo>
                  <a:pt x="3401415" y="3200184"/>
                </a:lnTo>
                <a:lnTo>
                  <a:pt x="3401047" y="3203905"/>
                </a:lnTo>
                <a:lnTo>
                  <a:pt x="3400679" y="3207639"/>
                </a:lnTo>
                <a:lnTo>
                  <a:pt x="3397745" y="3226092"/>
                </a:lnTo>
                <a:lnTo>
                  <a:pt x="3397021" y="3229762"/>
                </a:lnTo>
                <a:lnTo>
                  <a:pt x="3392297" y="3247859"/>
                </a:lnTo>
                <a:lnTo>
                  <a:pt x="3391217" y="3251441"/>
                </a:lnTo>
                <a:lnTo>
                  <a:pt x="3375152" y="3289261"/>
                </a:lnTo>
                <a:lnTo>
                  <a:pt x="3373386" y="3292563"/>
                </a:lnTo>
                <a:lnTo>
                  <a:pt x="3371545" y="3295815"/>
                </a:lnTo>
                <a:lnTo>
                  <a:pt x="3369614" y="3299028"/>
                </a:lnTo>
                <a:lnTo>
                  <a:pt x="3367697" y="3302228"/>
                </a:lnTo>
                <a:lnTo>
                  <a:pt x="3365703" y="3305390"/>
                </a:lnTo>
                <a:lnTo>
                  <a:pt x="3363620" y="3308502"/>
                </a:lnTo>
                <a:lnTo>
                  <a:pt x="3361537" y="3311613"/>
                </a:lnTo>
                <a:lnTo>
                  <a:pt x="3342919" y="3335020"/>
                </a:lnTo>
                <a:lnTo>
                  <a:pt x="3340417" y="3337788"/>
                </a:lnTo>
                <a:lnTo>
                  <a:pt x="3309721" y="3365119"/>
                </a:lnTo>
                <a:lnTo>
                  <a:pt x="3300552" y="3371570"/>
                </a:lnTo>
                <a:lnTo>
                  <a:pt x="3297440" y="3373653"/>
                </a:lnTo>
                <a:lnTo>
                  <a:pt x="3271278" y="3388144"/>
                </a:lnTo>
                <a:lnTo>
                  <a:pt x="3267900" y="3389744"/>
                </a:lnTo>
                <a:lnTo>
                  <a:pt x="3229089" y="3403257"/>
                </a:lnTo>
                <a:lnTo>
                  <a:pt x="3218141" y="3405708"/>
                </a:lnTo>
                <a:lnTo>
                  <a:pt x="3214471" y="3406444"/>
                </a:lnTo>
                <a:lnTo>
                  <a:pt x="3195955" y="3408997"/>
                </a:lnTo>
                <a:lnTo>
                  <a:pt x="3192233" y="3409365"/>
                </a:lnTo>
                <a:lnTo>
                  <a:pt x="3188500" y="3409645"/>
                </a:lnTo>
                <a:lnTo>
                  <a:pt x="3184766" y="3409823"/>
                </a:lnTo>
                <a:lnTo>
                  <a:pt x="3181032" y="3410013"/>
                </a:lnTo>
                <a:lnTo>
                  <a:pt x="3177286" y="3410102"/>
                </a:lnTo>
                <a:lnTo>
                  <a:pt x="3173539" y="3410102"/>
                </a:lnTo>
                <a:lnTo>
                  <a:pt x="228600" y="3410102"/>
                </a:lnTo>
                <a:lnTo>
                  <a:pt x="224853" y="3410102"/>
                </a:lnTo>
                <a:lnTo>
                  <a:pt x="221119" y="3410013"/>
                </a:lnTo>
                <a:lnTo>
                  <a:pt x="217385" y="3409823"/>
                </a:lnTo>
                <a:lnTo>
                  <a:pt x="213652" y="3409645"/>
                </a:lnTo>
                <a:lnTo>
                  <a:pt x="209918" y="3409365"/>
                </a:lnTo>
                <a:lnTo>
                  <a:pt x="206197" y="3408997"/>
                </a:lnTo>
                <a:lnTo>
                  <a:pt x="202476" y="3408629"/>
                </a:lnTo>
                <a:lnTo>
                  <a:pt x="198755" y="3408172"/>
                </a:lnTo>
                <a:lnTo>
                  <a:pt x="195059" y="3407625"/>
                </a:lnTo>
                <a:lnTo>
                  <a:pt x="191350" y="3407079"/>
                </a:lnTo>
                <a:lnTo>
                  <a:pt x="187667" y="3406444"/>
                </a:lnTo>
                <a:lnTo>
                  <a:pt x="183997" y="3405708"/>
                </a:lnTo>
                <a:lnTo>
                  <a:pt x="180327" y="3404984"/>
                </a:lnTo>
                <a:lnTo>
                  <a:pt x="141122" y="3392703"/>
                </a:lnTo>
                <a:lnTo>
                  <a:pt x="130860" y="3388144"/>
                </a:lnTo>
                <a:lnTo>
                  <a:pt x="127482" y="3386556"/>
                </a:lnTo>
                <a:lnTo>
                  <a:pt x="101600" y="3371570"/>
                </a:lnTo>
                <a:lnTo>
                  <a:pt x="98488" y="3369500"/>
                </a:lnTo>
                <a:lnTo>
                  <a:pt x="83578" y="3358210"/>
                </a:lnTo>
                <a:lnTo>
                  <a:pt x="80683" y="3355835"/>
                </a:lnTo>
                <a:lnTo>
                  <a:pt x="77851" y="3353396"/>
                </a:lnTo>
                <a:lnTo>
                  <a:pt x="75082" y="3350882"/>
                </a:lnTo>
                <a:lnTo>
                  <a:pt x="72313" y="3348367"/>
                </a:lnTo>
                <a:lnTo>
                  <a:pt x="51892" y="3326523"/>
                </a:lnTo>
                <a:lnTo>
                  <a:pt x="49517" y="3323628"/>
                </a:lnTo>
                <a:lnTo>
                  <a:pt x="38531" y="3308502"/>
                </a:lnTo>
                <a:lnTo>
                  <a:pt x="36448" y="3305390"/>
                </a:lnTo>
                <a:lnTo>
                  <a:pt x="34442" y="3302228"/>
                </a:lnTo>
                <a:lnTo>
                  <a:pt x="32524" y="3299028"/>
                </a:lnTo>
                <a:lnTo>
                  <a:pt x="30594" y="3295815"/>
                </a:lnTo>
                <a:lnTo>
                  <a:pt x="17399" y="3268979"/>
                </a:lnTo>
                <a:lnTo>
                  <a:pt x="15963" y="3265525"/>
                </a:lnTo>
                <a:lnTo>
                  <a:pt x="4394" y="3226092"/>
                </a:lnTo>
                <a:lnTo>
                  <a:pt x="3657" y="3222421"/>
                </a:lnTo>
                <a:lnTo>
                  <a:pt x="3022" y="3218738"/>
                </a:lnTo>
                <a:lnTo>
                  <a:pt x="2476" y="3215043"/>
                </a:lnTo>
                <a:lnTo>
                  <a:pt x="1930" y="3211347"/>
                </a:lnTo>
                <a:lnTo>
                  <a:pt x="1473" y="3207639"/>
                </a:lnTo>
                <a:lnTo>
                  <a:pt x="1104" y="3203905"/>
                </a:lnTo>
                <a:lnTo>
                  <a:pt x="736" y="3200184"/>
                </a:lnTo>
                <a:lnTo>
                  <a:pt x="457" y="3196450"/>
                </a:lnTo>
                <a:lnTo>
                  <a:pt x="279" y="3192716"/>
                </a:lnTo>
                <a:lnTo>
                  <a:pt x="88" y="3188982"/>
                </a:lnTo>
                <a:lnTo>
                  <a:pt x="0" y="3185236"/>
                </a:lnTo>
                <a:lnTo>
                  <a:pt x="0" y="3181502"/>
                </a:lnTo>
                <a:lnTo>
                  <a:pt x="0" y="228600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5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8"/>
                </a:lnTo>
                <a:lnTo>
                  <a:pt x="20345" y="134239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600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1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6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9"/>
                </a:lnTo>
                <a:lnTo>
                  <a:pt x="107861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9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50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49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64233" y="6262448"/>
            <a:ext cx="2550795" cy="1680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2565" marR="69850" indent="-190500">
              <a:lnSpc>
                <a:spcPct val="101200"/>
              </a:lnSpc>
              <a:spcBef>
                <a:spcPts val="9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Allocated</a:t>
            </a:r>
            <a:r>
              <a:rPr dirty="0" sz="17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 b="1">
                <a:solidFill>
                  <a:srgbClr val="5B4DFF"/>
                </a:solidFill>
                <a:latin typeface="Trebuchet MS"/>
                <a:cs typeface="Trebuchet MS"/>
              </a:rPr>
              <a:t>₹1,00,000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;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65">
                <a:solidFill>
                  <a:srgbClr val="2F2D2E"/>
                </a:solidFill>
                <a:latin typeface="Lucida Sans Unicode"/>
                <a:cs typeface="Lucida Sans Unicode"/>
              </a:rPr>
              <a:t>Spent</a:t>
            </a:r>
            <a:r>
              <a:rPr dirty="0" sz="17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 b="1">
                <a:solidFill>
                  <a:srgbClr val="5B4DFF"/>
                </a:solidFill>
                <a:latin typeface="Trebuchet MS"/>
                <a:cs typeface="Trebuchet MS"/>
              </a:rPr>
              <a:t>₹69,700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;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55">
                <a:solidFill>
                  <a:srgbClr val="2F2D2E"/>
                </a:solidFill>
                <a:latin typeface="Lucida Sans Unicode"/>
                <a:cs typeface="Lucida Sans Unicode"/>
              </a:rPr>
              <a:t>Remaining</a:t>
            </a:r>
            <a:r>
              <a:rPr dirty="0" sz="175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 b="1">
                <a:solidFill>
                  <a:srgbClr val="5B4DFF"/>
                </a:solidFill>
                <a:latin typeface="Trebuchet MS"/>
                <a:cs typeface="Trebuchet MS"/>
              </a:rPr>
              <a:t>₹30,300</a:t>
            </a:r>
            <a:endParaRPr sz="1750">
              <a:latin typeface="Trebuchet MS"/>
              <a:cs typeface="Trebuchet MS"/>
            </a:endParaRPr>
          </a:p>
          <a:p>
            <a:pPr marL="202565" marR="5080" indent="-190500">
              <a:lnSpc>
                <a:spcPct val="101200"/>
              </a:lnSpc>
              <a:spcBef>
                <a:spcPts val="27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 spc="65">
                <a:solidFill>
                  <a:srgbClr val="2F2D2E"/>
                </a:solidFill>
                <a:latin typeface="Lucida Sans Unicode"/>
                <a:cs typeface="Lucida Sans Unicode"/>
              </a:rPr>
              <a:t>Budget</a:t>
            </a:r>
            <a:r>
              <a:rPr dirty="0" sz="1750" spc="-7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vs</a:t>
            </a:r>
            <a:r>
              <a:rPr dirty="0" sz="1750" spc="-7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actual, 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80">
                <a:solidFill>
                  <a:srgbClr val="2F2D2E"/>
                </a:solidFill>
                <a:latin typeface="Lucida Sans Unicode"/>
                <a:cs typeface="Lucida Sans Unicode"/>
              </a:rPr>
              <a:t>category</a:t>
            </a:r>
            <a:r>
              <a:rPr dirty="0" sz="1750" spc="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spend,</a:t>
            </a:r>
            <a:r>
              <a:rPr dirty="0" sz="1750" spc="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and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expense</a:t>
            </a:r>
            <a:r>
              <a:rPr dirty="0" sz="1750" spc="19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trends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65783" y="5980143"/>
            <a:ext cx="3402329" cy="3410585"/>
          </a:xfrm>
          <a:custGeom>
            <a:avLst/>
            <a:gdLst/>
            <a:ahLst/>
            <a:cxnLst/>
            <a:rect l="l" t="t" r="r" b="b"/>
            <a:pathLst>
              <a:path w="3402329" h="3410584">
                <a:moveTo>
                  <a:pt x="228600" y="0"/>
                </a:moveTo>
                <a:lnTo>
                  <a:pt x="3173539" y="0"/>
                </a:lnTo>
                <a:lnTo>
                  <a:pt x="3177286" y="0"/>
                </a:lnTo>
                <a:lnTo>
                  <a:pt x="3181019" y="88"/>
                </a:lnTo>
                <a:lnTo>
                  <a:pt x="3184753" y="279"/>
                </a:lnTo>
                <a:lnTo>
                  <a:pt x="3188500" y="457"/>
                </a:lnTo>
                <a:lnTo>
                  <a:pt x="3192233" y="736"/>
                </a:lnTo>
                <a:lnTo>
                  <a:pt x="3195955" y="1104"/>
                </a:lnTo>
                <a:lnTo>
                  <a:pt x="3199676" y="1473"/>
                </a:lnTo>
                <a:lnTo>
                  <a:pt x="3203384" y="1930"/>
                </a:lnTo>
                <a:lnTo>
                  <a:pt x="3207080" y="2476"/>
                </a:lnTo>
                <a:lnTo>
                  <a:pt x="3210788" y="3022"/>
                </a:lnTo>
                <a:lnTo>
                  <a:pt x="3214471" y="3657"/>
                </a:lnTo>
                <a:lnTo>
                  <a:pt x="3218141" y="4394"/>
                </a:lnTo>
                <a:lnTo>
                  <a:pt x="3221812" y="5118"/>
                </a:lnTo>
                <a:lnTo>
                  <a:pt x="3261029" y="17399"/>
                </a:lnTo>
                <a:lnTo>
                  <a:pt x="3291065" y="32524"/>
                </a:lnTo>
                <a:lnTo>
                  <a:pt x="3294278" y="34442"/>
                </a:lnTo>
                <a:lnTo>
                  <a:pt x="3297440" y="36449"/>
                </a:lnTo>
                <a:lnTo>
                  <a:pt x="3300539" y="38531"/>
                </a:lnTo>
                <a:lnTo>
                  <a:pt x="3303651" y="40601"/>
                </a:lnTo>
                <a:lnTo>
                  <a:pt x="3335185" y="66954"/>
                </a:lnTo>
                <a:lnTo>
                  <a:pt x="3337839" y="69596"/>
                </a:lnTo>
                <a:lnTo>
                  <a:pt x="3340417" y="72313"/>
                </a:lnTo>
                <a:lnTo>
                  <a:pt x="3342919" y="75082"/>
                </a:lnTo>
                <a:lnTo>
                  <a:pt x="3345433" y="77851"/>
                </a:lnTo>
                <a:lnTo>
                  <a:pt x="3363620" y="101600"/>
                </a:lnTo>
                <a:lnTo>
                  <a:pt x="3365703" y="104711"/>
                </a:lnTo>
                <a:lnTo>
                  <a:pt x="3375152" y="120840"/>
                </a:lnTo>
                <a:lnTo>
                  <a:pt x="3376917" y="124142"/>
                </a:lnTo>
                <a:lnTo>
                  <a:pt x="3388779" y="151587"/>
                </a:lnTo>
                <a:lnTo>
                  <a:pt x="3390036" y="155105"/>
                </a:lnTo>
                <a:lnTo>
                  <a:pt x="3391217" y="158661"/>
                </a:lnTo>
                <a:lnTo>
                  <a:pt x="3392297" y="162242"/>
                </a:lnTo>
                <a:lnTo>
                  <a:pt x="3393389" y="165823"/>
                </a:lnTo>
                <a:lnTo>
                  <a:pt x="3397745" y="183997"/>
                </a:lnTo>
                <a:lnTo>
                  <a:pt x="3398481" y="187667"/>
                </a:lnTo>
                <a:lnTo>
                  <a:pt x="3401047" y="206197"/>
                </a:lnTo>
                <a:lnTo>
                  <a:pt x="3401415" y="209918"/>
                </a:lnTo>
                <a:lnTo>
                  <a:pt x="3401682" y="213652"/>
                </a:lnTo>
                <a:lnTo>
                  <a:pt x="3401872" y="217385"/>
                </a:lnTo>
                <a:lnTo>
                  <a:pt x="3402050" y="221119"/>
                </a:lnTo>
                <a:lnTo>
                  <a:pt x="3402139" y="224853"/>
                </a:lnTo>
                <a:lnTo>
                  <a:pt x="3402139" y="228600"/>
                </a:lnTo>
                <a:lnTo>
                  <a:pt x="3402139" y="3181502"/>
                </a:lnTo>
                <a:lnTo>
                  <a:pt x="3402139" y="3185236"/>
                </a:lnTo>
                <a:lnTo>
                  <a:pt x="3402050" y="3188982"/>
                </a:lnTo>
                <a:lnTo>
                  <a:pt x="3401872" y="3192716"/>
                </a:lnTo>
                <a:lnTo>
                  <a:pt x="3401682" y="3196450"/>
                </a:lnTo>
                <a:lnTo>
                  <a:pt x="3401415" y="3200184"/>
                </a:lnTo>
                <a:lnTo>
                  <a:pt x="3401047" y="3203905"/>
                </a:lnTo>
                <a:lnTo>
                  <a:pt x="3400679" y="3207639"/>
                </a:lnTo>
                <a:lnTo>
                  <a:pt x="3397745" y="3226092"/>
                </a:lnTo>
                <a:lnTo>
                  <a:pt x="3397021" y="3229762"/>
                </a:lnTo>
                <a:lnTo>
                  <a:pt x="3392297" y="3247859"/>
                </a:lnTo>
                <a:lnTo>
                  <a:pt x="3391217" y="3251441"/>
                </a:lnTo>
                <a:lnTo>
                  <a:pt x="3375152" y="3289261"/>
                </a:lnTo>
                <a:lnTo>
                  <a:pt x="3363620" y="3308502"/>
                </a:lnTo>
                <a:lnTo>
                  <a:pt x="3361537" y="3311613"/>
                </a:lnTo>
                <a:lnTo>
                  <a:pt x="3342919" y="3335020"/>
                </a:lnTo>
                <a:lnTo>
                  <a:pt x="3340417" y="3337788"/>
                </a:lnTo>
                <a:lnTo>
                  <a:pt x="3309721" y="3365119"/>
                </a:lnTo>
                <a:lnTo>
                  <a:pt x="3300539" y="3371570"/>
                </a:lnTo>
                <a:lnTo>
                  <a:pt x="3297440" y="3373653"/>
                </a:lnTo>
                <a:lnTo>
                  <a:pt x="3271278" y="3388144"/>
                </a:lnTo>
                <a:lnTo>
                  <a:pt x="3267900" y="3389744"/>
                </a:lnTo>
                <a:lnTo>
                  <a:pt x="3229089" y="3403257"/>
                </a:lnTo>
                <a:lnTo>
                  <a:pt x="3218141" y="3405708"/>
                </a:lnTo>
                <a:lnTo>
                  <a:pt x="3214471" y="3406444"/>
                </a:lnTo>
                <a:lnTo>
                  <a:pt x="3210788" y="3407079"/>
                </a:lnTo>
                <a:lnTo>
                  <a:pt x="3207080" y="3407625"/>
                </a:lnTo>
                <a:lnTo>
                  <a:pt x="3203384" y="3408172"/>
                </a:lnTo>
                <a:lnTo>
                  <a:pt x="3199676" y="3408629"/>
                </a:lnTo>
                <a:lnTo>
                  <a:pt x="3195955" y="3408997"/>
                </a:lnTo>
                <a:lnTo>
                  <a:pt x="3192233" y="3409365"/>
                </a:lnTo>
                <a:lnTo>
                  <a:pt x="3188500" y="3409645"/>
                </a:lnTo>
                <a:lnTo>
                  <a:pt x="3184753" y="3409823"/>
                </a:lnTo>
                <a:lnTo>
                  <a:pt x="3181019" y="3410013"/>
                </a:lnTo>
                <a:lnTo>
                  <a:pt x="3177286" y="3410102"/>
                </a:lnTo>
                <a:lnTo>
                  <a:pt x="3173539" y="3410102"/>
                </a:lnTo>
                <a:lnTo>
                  <a:pt x="228600" y="3410102"/>
                </a:lnTo>
                <a:lnTo>
                  <a:pt x="224853" y="3410102"/>
                </a:lnTo>
                <a:lnTo>
                  <a:pt x="221119" y="3410013"/>
                </a:lnTo>
                <a:lnTo>
                  <a:pt x="217385" y="3409823"/>
                </a:lnTo>
                <a:lnTo>
                  <a:pt x="213652" y="3409645"/>
                </a:lnTo>
                <a:lnTo>
                  <a:pt x="209918" y="3409365"/>
                </a:lnTo>
                <a:lnTo>
                  <a:pt x="206197" y="3408997"/>
                </a:lnTo>
                <a:lnTo>
                  <a:pt x="202476" y="3408629"/>
                </a:lnTo>
                <a:lnTo>
                  <a:pt x="198755" y="3408172"/>
                </a:lnTo>
                <a:lnTo>
                  <a:pt x="195059" y="3407625"/>
                </a:lnTo>
                <a:lnTo>
                  <a:pt x="191350" y="3407079"/>
                </a:lnTo>
                <a:lnTo>
                  <a:pt x="187667" y="3406444"/>
                </a:lnTo>
                <a:lnTo>
                  <a:pt x="183997" y="3405708"/>
                </a:lnTo>
                <a:lnTo>
                  <a:pt x="180327" y="3404984"/>
                </a:lnTo>
                <a:lnTo>
                  <a:pt x="141122" y="3392703"/>
                </a:lnTo>
                <a:lnTo>
                  <a:pt x="130860" y="3388144"/>
                </a:lnTo>
                <a:lnTo>
                  <a:pt x="127482" y="3386556"/>
                </a:lnTo>
                <a:lnTo>
                  <a:pt x="101600" y="3371570"/>
                </a:lnTo>
                <a:lnTo>
                  <a:pt x="98488" y="3369500"/>
                </a:lnTo>
                <a:lnTo>
                  <a:pt x="83578" y="3358210"/>
                </a:lnTo>
                <a:lnTo>
                  <a:pt x="80683" y="3355835"/>
                </a:lnTo>
                <a:lnTo>
                  <a:pt x="77851" y="3353396"/>
                </a:lnTo>
                <a:lnTo>
                  <a:pt x="75082" y="3350882"/>
                </a:lnTo>
                <a:lnTo>
                  <a:pt x="72313" y="3348367"/>
                </a:lnTo>
                <a:lnTo>
                  <a:pt x="51892" y="3326523"/>
                </a:lnTo>
                <a:lnTo>
                  <a:pt x="49517" y="3323628"/>
                </a:lnTo>
                <a:lnTo>
                  <a:pt x="38531" y="3308502"/>
                </a:lnTo>
                <a:lnTo>
                  <a:pt x="36448" y="3305390"/>
                </a:lnTo>
                <a:lnTo>
                  <a:pt x="34442" y="3302228"/>
                </a:lnTo>
                <a:lnTo>
                  <a:pt x="32524" y="3299028"/>
                </a:lnTo>
                <a:lnTo>
                  <a:pt x="30594" y="3295815"/>
                </a:lnTo>
                <a:lnTo>
                  <a:pt x="17399" y="3268979"/>
                </a:lnTo>
                <a:lnTo>
                  <a:pt x="15963" y="3265525"/>
                </a:lnTo>
                <a:lnTo>
                  <a:pt x="4394" y="3226092"/>
                </a:lnTo>
                <a:lnTo>
                  <a:pt x="3657" y="3222421"/>
                </a:lnTo>
                <a:lnTo>
                  <a:pt x="3022" y="3218738"/>
                </a:lnTo>
                <a:lnTo>
                  <a:pt x="2476" y="3215043"/>
                </a:lnTo>
                <a:lnTo>
                  <a:pt x="1930" y="3211347"/>
                </a:lnTo>
                <a:lnTo>
                  <a:pt x="1473" y="3207639"/>
                </a:lnTo>
                <a:lnTo>
                  <a:pt x="1104" y="3203905"/>
                </a:lnTo>
                <a:lnTo>
                  <a:pt x="736" y="3200184"/>
                </a:lnTo>
                <a:lnTo>
                  <a:pt x="457" y="3196450"/>
                </a:lnTo>
                <a:lnTo>
                  <a:pt x="279" y="3192716"/>
                </a:lnTo>
                <a:lnTo>
                  <a:pt x="88" y="3188982"/>
                </a:lnTo>
                <a:lnTo>
                  <a:pt x="0" y="3185236"/>
                </a:lnTo>
                <a:lnTo>
                  <a:pt x="0" y="3181502"/>
                </a:lnTo>
                <a:lnTo>
                  <a:pt x="0" y="228600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5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8"/>
                </a:lnTo>
                <a:lnTo>
                  <a:pt x="20345" y="134239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600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1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6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9"/>
                </a:lnTo>
                <a:lnTo>
                  <a:pt x="107861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9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50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49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518590" y="6261662"/>
            <a:ext cx="2865755" cy="2219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2565" marR="5080" indent="-190500">
              <a:lnSpc>
                <a:spcPct val="101200"/>
              </a:lnSpc>
              <a:spcBef>
                <a:spcPts val="9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Roles:</a:t>
            </a:r>
            <a:r>
              <a:rPr dirty="0" sz="1750" spc="-5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Registration,</a:t>
            </a:r>
            <a:r>
              <a:rPr dirty="0" sz="17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QR 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55">
                <a:solidFill>
                  <a:srgbClr val="2F2D2E"/>
                </a:solidFill>
                <a:latin typeface="Lucida Sans Unicode"/>
                <a:cs typeface="Lucida Sans Unicode"/>
              </a:rPr>
              <a:t>Attendance,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Hospitality,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Technical,</a:t>
            </a:r>
            <a:r>
              <a:rPr dirty="0" sz="1750" spc="17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Media,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55">
                <a:solidFill>
                  <a:srgbClr val="2F2D2E"/>
                </a:solidFill>
                <a:latin typeface="Lucida Sans Unicode"/>
                <a:cs typeface="Lucida Sans Unicode"/>
              </a:rPr>
              <a:t>Crowd</a:t>
            </a:r>
            <a:endParaRPr sz="1750">
              <a:latin typeface="Lucida Sans Unicode"/>
              <a:cs typeface="Lucida Sans Unicode"/>
            </a:endParaRPr>
          </a:p>
          <a:p>
            <a:pPr marL="202565" marR="601345" indent="-190500">
              <a:lnSpc>
                <a:spcPct val="101200"/>
              </a:lnSpc>
              <a:spcBef>
                <a:spcPts val="27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Duty</a:t>
            </a:r>
            <a:r>
              <a:rPr dirty="0" sz="1750" spc="-7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timings,</a:t>
            </a:r>
            <a:r>
              <a:rPr dirty="0" sz="17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task 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status,</a:t>
            </a:r>
            <a:r>
              <a:rPr dirty="0" sz="1750" spc="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and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65">
                <a:solidFill>
                  <a:srgbClr val="2F2D2E"/>
                </a:solidFill>
                <a:latin typeface="Lucida Sans Unicode"/>
                <a:cs typeface="Lucida Sans Unicode"/>
              </a:rPr>
              <a:t>accountability</a:t>
            </a:r>
            <a:r>
              <a:rPr dirty="0" sz="1750" spc="-5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30">
                <a:solidFill>
                  <a:srgbClr val="2F2D2E"/>
                </a:solidFill>
                <a:latin typeface="Lucida Sans Unicode"/>
                <a:cs typeface="Lucida Sans Unicode"/>
              </a:rPr>
              <a:t>per </a:t>
            </a:r>
            <a:r>
              <a:rPr dirty="0" sz="1750" spc="3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volunteer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620154" y="5980143"/>
            <a:ext cx="3402329" cy="3350260"/>
          </a:xfrm>
          <a:custGeom>
            <a:avLst/>
            <a:gdLst/>
            <a:ahLst/>
            <a:cxnLst/>
            <a:rect l="l" t="t" r="r" b="b"/>
            <a:pathLst>
              <a:path w="3402330" h="3350259">
                <a:moveTo>
                  <a:pt x="228600" y="0"/>
                </a:moveTo>
                <a:lnTo>
                  <a:pt x="3173539" y="0"/>
                </a:lnTo>
                <a:lnTo>
                  <a:pt x="3177286" y="0"/>
                </a:lnTo>
                <a:lnTo>
                  <a:pt x="3181019" y="88"/>
                </a:lnTo>
                <a:lnTo>
                  <a:pt x="3184753" y="279"/>
                </a:lnTo>
                <a:lnTo>
                  <a:pt x="3188500" y="457"/>
                </a:lnTo>
                <a:lnTo>
                  <a:pt x="3192233" y="736"/>
                </a:lnTo>
                <a:lnTo>
                  <a:pt x="3195955" y="1104"/>
                </a:lnTo>
                <a:lnTo>
                  <a:pt x="3199676" y="1473"/>
                </a:lnTo>
                <a:lnTo>
                  <a:pt x="3203384" y="1930"/>
                </a:lnTo>
                <a:lnTo>
                  <a:pt x="3207080" y="2476"/>
                </a:lnTo>
                <a:lnTo>
                  <a:pt x="3210788" y="3022"/>
                </a:lnTo>
                <a:lnTo>
                  <a:pt x="3214471" y="3657"/>
                </a:lnTo>
                <a:lnTo>
                  <a:pt x="3218141" y="4394"/>
                </a:lnTo>
                <a:lnTo>
                  <a:pt x="3221812" y="5118"/>
                </a:lnTo>
                <a:lnTo>
                  <a:pt x="3261029" y="17399"/>
                </a:lnTo>
                <a:lnTo>
                  <a:pt x="3291065" y="32524"/>
                </a:lnTo>
                <a:lnTo>
                  <a:pt x="3294278" y="34442"/>
                </a:lnTo>
                <a:lnTo>
                  <a:pt x="3297440" y="36449"/>
                </a:lnTo>
                <a:lnTo>
                  <a:pt x="3300539" y="38531"/>
                </a:lnTo>
                <a:lnTo>
                  <a:pt x="3303651" y="40601"/>
                </a:lnTo>
                <a:lnTo>
                  <a:pt x="3335185" y="66954"/>
                </a:lnTo>
                <a:lnTo>
                  <a:pt x="3337839" y="69596"/>
                </a:lnTo>
                <a:lnTo>
                  <a:pt x="3340417" y="72313"/>
                </a:lnTo>
                <a:lnTo>
                  <a:pt x="3342919" y="75082"/>
                </a:lnTo>
                <a:lnTo>
                  <a:pt x="3345433" y="77851"/>
                </a:lnTo>
                <a:lnTo>
                  <a:pt x="3363620" y="101600"/>
                </a:lnTo>
                <a:lnTo>
                  <a:pt x="3365703" y="104711"/>
                </a:lnTo>
                <a:lnTo>
                  <a:pt x="3375152" y="120840"/>
                </a:lnTo>
                <a:lnTo>
                  <a:pt x="3376917" y="124142"/>
                </a:lnTo>
                <a:lnTo>
                  <a:pt x="3388779" y="151587"/>
                </a:lnTo>
                <a:lnTo>
                  <a:pt x="3390036" y="155105"/>
                </a:lnTo>
                <a:lnTo>
                  <a:pt x="3391217" y="158661"/>
                </a:lnTo>
                <a:lnTo>
                  <a:pt x="3392297" y="162242"/>
                </a:lnTo>
                <a:lnTo>
                  <a:pt x="3393389" y="165823"/>
                </a:lnTo>
                <a:lnTo>
                  <a:pt x="3397745" y="183997"/>
                </a:lnTo>
                <a:lnTo>
                  <a:pt x="3398481" y="187667"/>
                </a:lnTo>
                <a:lnTo>
                  <a:pt x="3401047" y="206197"/>
                </a:lnTo>
                <a:lnTo>
                  <a:pt x="3401415" y="209918"/>
                </a:lnTo>
                <a:lnTo>
                  <a:pt x="3401695" y="213652"/>
                </a:lnTo>
                <a:lnTo>
                  <a:pt x="3401872" y="217385"/>
                </a:lnTo>
                <a:lnTo>
                  <a:pt x="3402050" y="221119"/>
                </a:lnTo>
                <a:lnTo>
                  <a:pt x="3402139" y="224853"/>
                </a:lnTo>
                <a:lnTo>
                  <a:pt x="3402139" y="228600"/>
                </a:lnTo>
                <a:lnTo>
                  <a:pt x="3402139" y="3121164"/>
                </a:lnTo>
                <a:lnTo>
                  <a:pt x="3402139" y="3124911"/>
                </a:lnTo>
                <a:lnTo>
                  <a:pt x="3402050" y="3128645"/>
                </a:lnTo>
                <a:lnTo>
                  <a:pt x="3401872" y="3132378"/>
                </a:lnTo>
                <a:lnTo>
                  <a:pt x="3401695" y="3136125"/>
                </a:lnTo>
                <a:lnTo>
                  <a:pt x="3401415" y="3139859"/>
                </a:lnTo>
                <a:lnTo>
                  <a:pt x="3401047" y="3143567"/>
                </a:lnTo>
                <a:lnTo>
                  <a:pt x="3400679" y="3147288"/>
                </a:lnTo>
                <a:lnTo>
                  <a:pt x="3397745" y="3165767"/>
                </a:lnTo>
                <a:lnTo>
                  <a:pt x="3397021" y="3169424"/>
                </a:lnTo>
                <a:lnTo>
                  <a:pt x="3392297" y="3187522"/>
                </a:lnTo>
                <a:lnTo>
                  <a:pt x="3391217" y="3191103"/>
                </a:lnTo>
                <a:lnTo>
                  <a:pt x="3390036" y="3194659"/>
                </a:lnTo>
                <a:lnTo>
                  <a:pt x="3388779" y="3198177"/>
                </a:lnTo>
                <a:lnTo>
                  <a:pt x="3387521" y="3201708"/>
                </a:lnTo>
                <a:lnTo>
                  <a:pt x="3369627" y="3238690"/>
                </a:lnTo>
                <a:lnTo>
                  <a:pt x="3345433" y="3271913"/>
                </a:lnTo>
                <a:lnTo>
                  <a:pt x="3342919" y="3274682"/>
                </a:lnTo>
                <a:lnTo>
                  <a:pt x="3340417" y="3277450"/>
                </a:lnTo>
                <a:lnTo>
                  <a:pt x="3337839" y="3280155"/>
                </a:lnTo>
                <a:lnTo>
                  <a:pt x="3335185" y="3282810"/>
                </a:lnTo>
                <a:lnTo>
                  <a:pt x="3332543" y="3285464"/>
                </a:lnTo>
                <a:lnTo>
                  <a:pt x="3300539" y="3311245"/>
                </a:lnTo>
                <a:lnTo>
                  <a:pt x="3291065" y="3317240"/>
                </a:lnTo>
                <a:lnTo>
                  <a:pt x="3287864" y="3319170"/>
                </a:lnTo>
                <a:lnTo>
                  <a:pt x="3250565" y="3336404"/>
                </a:lnTo>
                <a:lnTo>
                  <a:pt x="3239897" y="3339922"/>
                </a:lnTo>
                <a:lnTo>
                  <a:pt x="3236315" y="3341014"/>
                </a:lnTo>
                <a:lnTo>
                  <a:pt x="3232708" y="3342004"/>
                </a:lnTo>
                <a:lnTo>
                  <a:pt x="3229089" y="3342906"/>
                </a:lnTo>
                <a:lnTo>
                  <a:pt x="3225457" y="3343821"/>
                </a:lnTo>
                <a:lnTo>
                  <a:pt x="3221812" y="3344646"/>
                </a:lnTo>
                <a:lnTo>
                  <a:pt x="3218141" y="3345370"/>
                </a:lnTo>
                <a:lnTo>
                  <a:pt x="3214471" y="3346107"/>
                </a:lnTo>
                <a:lnTo>
                  <a:pt x="3210788" y="3346742"/>
                </a:lnTo>
                <a:lnTo>
                  <a:pt x="3207080" y="3347288"/>
                </a:lnTo>
                <a:lnTo>
                  <a:pt x="3203384" y="3347834"/>
                </a:lnTo>
                <a:lnTo>
                  <a:pt x="3199676" y="3348304"/>
                </a:lnTo>
                <a:lnTo>
                  <a:pt x="3195955" y="3348659"/>
                </a:lnTo>
                <a:lnTo>
                  <a:pt x="3192233" y="3349028"/>
                </a:lnTo>
                <a:lnTo>
                  <a:pt x="3188500" y="3349307"/>
                </a:lnTo>
                <a:lnTo>
                  <a:pt x="3184753" y="3349498"/>
                </a:lnTo>
                <a:lnTo>
                  <a:pt x="3181019" y="3349675"/>
                </a:lnTo>
                <a:lnTo>
                  <a:pt x="3177286" y="3349764"/>
                </a:lnTo>
                <a:lnTo>
                  <a:pt x="3173539" y="3349764"/>
                </a:lnTo>
                <a:lnTo>
                  <a:pt x="228600" y="3349764"/>
                </a:lnTo>
                <a:lnTo>
                  <a:pt x="224853" y="3349764"/>
                </a:lnTo>
                <a:lnTo>
                  <a:pt x="221119" y="3349675"/>
                </a:lnTo>
                <a:lnTo>
                  <a:pt x="217385" y="3349498"/>
                </a:lnTo>
                <a:lnTo>
                  <a:pt x="213652" y="3349307"/>
                </a:lnTo>
                <a:lnTo>
                  <a:pt x="209918" y="3349028"/>
                </a:lnTo>
                <a:lnTo>
                  <a:pt x="206197" y="3348659"/>
                </a:lnTo>
                <a:lnTo>
                  <a:pt x="202476" y="3348304"/>
                </a:lnTo>
                <a:lnTo>
                  <a:pt x="198755" y="3347834"/>
                </a:lnTo>
                <a:lnTo>
                  <a:pt x="195059" y="3347288"/>
                </a:lnTo>
                <a:lnTo>
                  <a:pt x="191350" y="3346742"/>
                </a:lnTo>
                <a:lnTo>
                  <a:pt x="187667" y="3346107"/>
                </a:lnTo>
                <a:lnTo>
                  <a:pt x="183997" y="3345370"/>
                </a:lnTo>
                <a:lnTo>
                  <a:pt x="180327" y="3344646"/>
                </a:lnTo>
                <a:lnTo>
                  <a:pt x="176682" y="3343821"/>
                </a:lnTo>
                <a:lnTo>
                  <a:pt x="173050" y="3342906"/>
                </a:lnTo>
                <a:lnTo>
                  <a:pt x="169430" y="3342004"/>
                </a:lnTo>
                <a:lnTo>
                  <a:pt x="165823" y="3341014"/>
                </a:lnTo>
                <a:lnTo>
                  <a:pt x="162242" y="3339922"/>
                </a:lnTo>
                <a:lnTo>
                  <a:pt x="158661" y="3338842"/>
                </a:lnTo>
                <a:lnTo>
                  <a:pt x="155105" y="3337661"/>
                </a:lnTo>
                <a:lnTo>
                  <a:pt x="151587" y="3336404"/>
                </a:lnTo>
                <a:lnTo>
                  <a:pt x="148069" y="3335147"/>
                </a:lnTo>
                <a:lnTo>
                  <a:pt x="144576" y="3333800"/>
                </a:lnTo>
                <a:lnTo>
                  <a:pt x="141122" y="3332365"/>
                </a:lnTo>
                <a:lnTo>
                  <a:pt x="137668" y="3330930"/>
                </a:lnTo>
                <a:lnTo>
                  <a:pt x="111074" y="3317240"/>
                </a:lnTo>
                <a:lnTo>
                  <a:pt x="107861" y="3315322"/>
                </a:lnTo>
                <a:lnTo>
                  <a:pt x="75082" y="3290544"/>
                </a:lnTo>
                <a:lnTo>
                  <a:pt x="66954" y="3282810"/>
                </a:lnTo>
                <a:lnTo>
                  <a:pt x="64312" y="3280155"/>
                </a:lnTo>
                <a:lnTo>
                  <a:pt x="61734" y="3277450"/>
                </a:lnTo>
                <a:lnTo>
                  <a:pt x="59220" y="3274682"/>
                </a:lnTo>
                <a:lnTo>
                  <a:pt x="56705" y="3271913"/>
                </a:lnTo>
                <a:lnTo>
                  <a:pt x="54267" y="3269081"/>
                </a:lnTo>
                <a:lnTo>
                  <a:pt x="51892" y="3266186"/>
                </a:lnTo>
                <a:lnTo>
                  <a:pt x="49517" y="3263290"/>
                </a:lnTo>
                <a:lnTo>
                  <a:pt x="38531" y="3248164"/>
                </a:lnTo>
                <a:lnTo>
                  <a:pt x="36448" y="3245053"/>
                </a:lnTo>
                <a:lnTo>
                  <a:pt x="34442" y="3241890"/>
                </a:lnTo>
                <a:lnTo>
                  <a:pt x="32524" y="3238690"/>
                </a:lnTo>
                <a:lnTo>
                  <a:pt x="30594" y="3235477"/>
                </a:lnTo>
                <a:lnTo>
                  <a:pt x="21945" y="3218903"/>
                </a:lnTo>
                <a:lnTo>
                  <a:pt x="20345" y="3215525"/>
                </a:lnTo>
                <a:lnTo>
                  <a:pt x="13360" y="3198177"/>
                </a:lnTo>
                <a:lnTo>
                  <a:pt x="12103" y="3194659"/>
                </a:lnTo>
                <a:lnTo>
                  <a:pt x="4394" y="3165767"/>
                </a:lnTo>
                <a:lnTo>
                  <a:pt x="3657" y="3162096"/>
                </a:lnTo>
                <a:lnTo>
                  <a:pt x="3022" y="3158413"/>
                </a:lnTo>
                <a:lnTo>
                  <a:pt x="2476" y="3154705"/>
                </a:lnTo>
                <a:lnTo>
                  <a:pt x="1930" y="3151009"/>
                </a:lnTo>
                <a:lnTo>
                  <a:pt x="1473" y="3147288"/>
                </a:lnTo>
                <a:lnTo>
                  <a:pt x="1104" y="3143567"/>
                </a:lnTo>
                <a:lnTo>
                  <a:pt x="736" y="3139859"/>
                </a:lnTo>
                <a:lnTo>
                  <a:pt x="457" y="3136125"/>
                </a:lnTo>
                <a:lnTo>
                  <a:pt x="279" y="3132378"/>
                </a:lnTo>
                <a:lnTo>
                  <a:pt x="88" y="3128645"/>
                </a:lnTo>
                <a:lnTo>
                  <a:pt x="0" y="3124911"/>
                </a:lnTo>
                <a:lnTo>
                  <a:pt x="0" y="3121164"/>
                </a:lnTo>
                <a:lnTo>
                  <a:pt x="0" y="228600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5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8"/>
                </a:lnTo>
                <a:lnTo>
                  <a:pt x="20345" y="134239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600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1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6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9"/>
                </a:lnTo>
                <a:lnTo>
                  <a:pt x="107861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9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50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872948" y="6261662"/>
            <a:ext cx="2447925" cy="1950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02565" marR="68580" indent="-190500">
              <a:lnSpc>
                <a:spcPct val="101200"/>
              </a:lnSpc>
              <a:spcBef>
                <a:spcPts val="9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Registration</a:t>
            </a:r>
            <a:r>
              <a:rPr dirty="0" sz="1750" spc="2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trends,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100">
                <a:solidFill>
                  <a:srgbClr val="2F2D2E"/>
                </a:solidFill>
                <a:latin typeface="Lucida Sans Unicode"/>
                <a:cs typeface="Lucida Sans Unicode"/>
              </a:rPr>
              <a:t>attendance</a:t>
            </a:r>
            <a:r>
              <a:rPr dirty="0" sz="17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%,</a:t>
            </a:r>
            <a:r>
              <a:rPr dirty="0" sz="17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and 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10">
                <a:solidFill>
                  <a:srgbClr val="2F2D2E"/>
                </a:solidFill>
                <a:latin typeface="Lucida Sans Unicode"/>
                <a:cs typeface="Lucida Sans Unicode"/>
              </a:rPr>
              <a:t>satisfaction</a:t>
            </a:r>
            <a:r>
              <a:rPr dirty="0" sz="1750" spc="37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40">
                <a:solidFill>
                  <a:srgbClr val="2F2D2E"/>
                </a:solidFill>
                <a:latin typeface="Lucida Sans Unicode"/>
                <a:cs typeface="Lucida Sans Unicode"/>
              </a:rPr>
              <a:t>scores</a:t>
            </a:r>
            <a:endParaRPr sz="1750">
              <a:latin typeface="Lucida Sans Unicode"/>
              <a:cs typeface="Lucida Sans Unicode"/>
            </a:endParaRPr>
          </a:p>
          <a:p>
            <a:pPr marL="202565" marR="5080" indent="-190500">
              <a:lnSpc>
                <a:spcPct val="101200"/>
              </a:lnSpc>
              <a:spcBef>
                <a:spcPts val="27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Participation</a:t>
            </a:r>
            <a:r>
              <a:rPr dirty="0" sz="1750" spc="-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5">
                <a:solidFill>
                  <a:srgbClr val="2F2D2E"/>
                </a:solidFill>
                <a:latin typeface="Lucida Sans Unicode"/>
                <a:cs typeface="Lucida Sans Unicode"/>
              </a:rPr>
              <a:t>by </a:t>
            </a:r>
            <a:r>
              <a:rPr dirty="0" sz="1750" spc="55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dept/year;</a:t>
            </a:r>
            <a:r>
              <a:rPr dirty="0" sz="1750" spc="-5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40">
                <a:solidFill>
                  <a:srgbClr val="2F2D2E"/>
                </a:solidFill>
                <a:latin typeface="Lucida Sans Unicode"/>
                <a:cs typeface="Lucida Sans Unicode"/>
              </a:rPr>
              <a:t>club </a:t>
            </a:r>
            <a:r>
              <a:rPr dirty="0" sz="1750" spc="4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65">
                <a:solidFill>
                  <a:srgbClr val="2F2D2E"/>
                </a:solidFill>
                <a:latin typeface="Lucida Sans Unicode"/>
                <a:cs typeface="Lucida Sans Unicode"/>
              </a:rPr>
              <a:t>performance;</a:t>
            </a:r>
            <a:r>
              <a:rPr dirty="0" sz="1750" spc="-7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event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growth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974481" y="5980143"/>
            <a:ext cx="3402329" cy="3397250"/>
          </a:xfrm>
          <a:custGeom>
            <a:avLst/>
            <a:gdLst/>
            <a:ahLst/>
            <a:cxnLst/>
            <a:rect l="l" t="t" r="r" b="b"/>
            <a:pathLst>
              <a:path w="3402330" h="3397250">
                <a:moveTo>
                  <a:pt x="228600" y="0"/>
                </a:moveTo>
                <a:lnTo>
                  <a:pt x="3173539" y="0"/>
                </a:lnTo>
                <a:lnTo>
                  <a:pt x="3177286" y="0"/>
                </a:lnTo>
                <a:lnTo>
                  <a:pt x="3181019" y="88"/>
                </a:lnTo>
                <a:lnTo>
                  <a:pt x="3184753" y="279"/>
                </a:lnTo>
                <a:lnTo>
                  <a:pt x="3188500" y="457"/>
                </a:lnTo>
                <a:lnTo>
                  <a:pt x="3192233" y="736"/>
                </a:lnTo>
                <a:lnTo>
                  <a:pt x="3195955" y="1104"/>
                </a:lnTo>
                <a:lnTo>
                  <a:pt x="3199676" y="1473"/>
                </a:lnTo>
                <a:lnTo>
                  <a:pt x="3203384" y="1930"/>
                </a:lnTo>
                <a:lnTo>
                  <a:pt x="3207080" y="2476"/>
                </a:lnTo>
                <a:lnTo>
                  <a:pt x="3210788" y="3022"/>
                </a:lnTo>
                <a:lnTo>
                  <a:pt x="3214471" y="3657"/>
                </a:lnTo>
                <a:lnTo>
                  <a:pt x="3218141" y="4394"/>
                </a:lnTo>
                <a:lnTo>
                  <a:pt x="3221812" y="5118"/>
                </a:lnTo>
                <a:lnTo>
                  <a:pt x="3261029" y="17399"/>
                </a:lnTo>
                <a:lnTo>
                  <a:pt x="3271278" y="21945"/>
                </a:lnTo>
                <a:lnTo>
                  <a:pt x="3274669" y="23545"/>
                </a:lnTo>
                <a:lnTo>
                  <a:pt x="3291065" y="32524"/>
                </a:lnTo>
                <a:lnTo>
                  <a:pt x="3294278" y="34442"/>
                </a:lnTo>
                <a:lnTo>
                  <a:pt x="3297440" y="36449"/>
                </a:lnTo>
                <a:lnTo>
                  <a:pt x="3300539" y="38531"/>
                </a:lnTo>
                <a:lnTo>
                  <a:pt x="3303651" y="40601"/>
                </a:lnTo>
                <a:lnTo>
                  <a:pt x="3335185" y="66954"/>
                </a:lnTo>
                <a:lnTo>
                  <a:pt x="3337839" y="69596"/>
                </a:lnTo>
                <a:lnTo>
                  <a:pt x="3340417" y="72313"/>
                </a:lnTo>
                <a:lnTo>
                  <a:pt x="3342919" y="75082"/>
                </a:lnTo>
                <a:lnTo>
                  <a:pt x="3345433" y="77851"/>
                </a:lnTo>
                <a:lnTo>
                  <a:pt x="3363620" y="101600"/>
                </a:lnTo>
                <a:lnTo>
                  <a:pt x="3365703" y="104711"/>
                </a:lnTo>
                <a:lnTo>
                  <a:pt x="3367697" y="107861"/>
                </a:lnTo>
                <a:lnTo>
                  <a:pt x="3369614" y="111074"/>
                </a:lnTo>
                <a:lnTo>
                  <a:pt x="3371545" y="114287"/>
                </a:lnTo>
                <a:lnTo>
                  <a:pt x="3373386" y="117538"/>
                </a:lnTo>
                <a:lnTo>
                  <a:pt x="3375152" y="120840"/>
                </a:lnTo>
                <a:lnTo>
                  <a:pt x="3376917" y="124142"/>
                </a:lnTo>
                <a:lnTo>
                  <a:pt x="3388779" y="151587"/>
                </a:lnTo>
                <a:lnTo>
                  <a:pt x="3390036" y="155105"/>
                </a:lnTo>
                <a:lnTo>
                  <a:pt x="3391217" y="158661"/>
                </a:lnTo>
                <a:lnTo>
                  <a:pt x="3392297" y="162242"/>
                </a:lnTo>
                <a:lnTo>
                  <a:pt x="3393389" y="165823"/>
                </a:lnTo>
                <a:lnTo>
                  <a:pt x="3397745" y="183997"/>
                </a:lnTo>
                <a:lnTo>
                  <a:pt x="3398481" y="187667"/>
                </a:lnTo>
                <a:lnTo>
                  <a:pt x="3401047" y="206197"/>
                </a:lnTo>
                <a:lnTo>
                  <a:pt x="3401415" y="209918"/>
                </a:lnTo>
                <a:lnTo>
                  <a:pt x="3401682" y="213652"/>
                </a:lnTo>
                <a:lnTo>
                  <a:pt x="3401872" y="217385"/>
                </a:lnTo>
                <a:lnTo>
                  <a:pt x="3402050" y="221119"/>
                </a:lnTo>
                <a:lnTo>
                  <a:pt x="3402139" y="224853"/>
                </a:lnTo>
                <a:lnTo>
                  <a:pt x="3402139" y="228600"/>
                </a:lnTo>
                <a:lnTo>
                  <a:pt x="3402139" y="3168332"/>
                </a:lnTo>
                <a:lnTo>
                  <a:pt x="3402139" y="3172079"/>
                </a:lnTo>
                <a:lnTo>
                  <a:pt x="3402050" y="3175825"/>
                </a:lnTo>
                <a:lnTo>
                  <a:pt x="3397745" y="3212934"/>
                </a:lnTo>
                <a:lnTo>
                  <a:pt x="3397021" y="3216605"/>
                </a:lnTo>
                <a:lnTo>
                  <a:pt x="3392297" y="3234702"/>
                </a:lnTo>
                <a:lnTo>
                  <a:pt x="3391217" y="3238284"/>
                </a:lnTo>
                <a:lnTo>
                  <a:pt x="3390036" y="3241827"/>
                </a:lnTo>
                <a:lnTo>
                  <a:pt x="3388779" y="3245345"/>
                </a:lnTo>
                <a:lnTo>
                  <a:pt x="3387521" y="3248875"/>
                </a:lnTo>
                <a:lnTo>
                  <a:pt x="3380193" y="3266071"/>
                </a:lnTo>
                <a:lnTo>
                  <a:pt x="3378593" y="3269462"/>
                </a:lnTo>
                <a:lnTo>
                  <a:pt x="3376917" y="3272802"/>
                </a:lnTo>
                <a:lnTo>
                  <a:pt x="3375152" y="3276091"/>
                </a:lnTo>
                <a:lnTo>
                  <a:pt x="3373386" y="3279394"/>
                </a:lnTo>
                <a:lnTo>
                  <a:pt x="3371545" y="3282657"/>
                </a:lnTo>
                <a:lnTo>
                  <a:pt x="3369614" y="3285858"/>
                </a:lnTo>
                <a:lnTo>
                  <a:pt x="3367697" y="3289071"/>
                </a:lnTo>
                <a:lnTo>
                  <a:pt x="3365703" y="3292233"/>
                </a:lnTo>
                <a:lnTo>
                  <a:pt x="3363620" y="3295345"/>
                </a:lnTo>
                <a:lnTo>
                  <a:pt x="3361537" y="3298456"/>
                </a:lnTo>
                <a:lnTo>
                  <a:pt x="3342919" y="3321850"/>
                </a:lnTo>
                <a:lnTo>
                  <a:pt x="3340417" y="3324631"/>
                </a:lnTo>
                <a:lnTo>
                  <a:pt x="3337839" y="3327336"/>
                </a:lnTo>
                <a:lnTo>
                  <a:pt x="3335185" y="3329978"/>
                </a:lnTo>
                <a:lnTo>
                  <a:pt x="3332543" y="3332619"/>
                </a:lnTo>
                <a:lnTo>
                  <a:pt x="3318573" y="3345040"/>
                </a:lnTo>
                <a:lnTo>
                  <a:pt x="3315677" y="3347427"/>
                </a:lnTo>
                <a:lnTo>
                  <a:pt x="3312731" y="3349726"/>
                </a:lnTo>
                <a:lnTo>
                  <a:pt x="3309721" y="3351949"/>
                </a:lnTo>
                <a:lnTo>
                  <a:pt x="3306711" y="3354184"/>
                </a:lnTo>
                <a:lnTo>
                  <a:pt x="3303651" y="3356330"/>
                </a:lnTo>
                <a:lnTo>
                  <a:pt x="3300539" y="3358413"/>
                </a:lnTo>
                <a:lnTo>
                  <a:pt x="3297440" y="3360496"/>
                </a:lnTo>
                <a:lnTo>
                  <a:pt x="3294278" y="3362490"/>
                </a:lnTo>
                <a:lnTo>
                  <a:pt x="3291065" y="3364407"/>
                </a:lnTo>
                <a:lnTo>
                  <a:pt x="3287864" y="3366338"/>
                </a:lnTo>
                <a:lnTo>
                  <a:pt x="3271278" y="3374986"/>
                </a:lnTo>
                <a:lnTo>
                  <a:pt x="3267900" y="3376587"/>
                </a:lnTo>
                <a:lnTo>
                  <a:pt x="3264484" y="3378111"/>
                </a:lnTo>
                <a:lnTo>
                  <a:pt x="3261029" y="3379533"/>
                </a:lnTo>
                <a:lnTo>
                  <a:pt x="3257562" y="3380968"/>
                </a:lnTo>
                <a:lnTo>
                  <a:pt x="3229089" y="3390087"/>
                </a:lnTo>
                <a:lnTo>
                  <a:pt x="3225457" y="3391001"/>
                </a:lnTo>
                <a:lnTo>
                  <a:pt x="3207080" y="3394455"/>
                </a:lnTo>
                <a:lnTo>
                  <a:pt x="3203384" y="3395014"/>
                </a:lnTo>
                <a:lnTo>
                  <a:pt x="3199676" y="3395472"/>
                </a:lnTo>
                <a:lnTo>
                  <a:pt x="3195955" y="3395827"/>
                </a:lnTo>
                <a:lnTo>
                  <a:pt x="3192233" y="3396208"/>
                </a:lnTo>
                <a:lnTo>
                  <a:pt x="3188500" y="3396475"/>
                </a:lnTo>
                <a:lnTo>
                  <a:pt x="3184753" y="3396665"/>
                </a:lnTo>
                <a:lnTo>
                  <a:pt x="3181019" y="3396843"/>
                </a:lnTo>
                <a:lnTo>
                  <a:pt x="3177286" y="3396932"/>
                </a:lnTo>
                <a:lnTo>
                  <a:pt x="3173539" y="3396932"/>
                </a:lnTo>
                <a:lnTo>
                  <a:pt x="228600" y="3396932"/>
                </a:lnTo>
                <a:lnTo>
                  <a:pt x="224853" y="3396932"/>
                </a:lnTo>
                <a:lnTo>
                  <a:pt x="221119" y="3396843"/>
                </a:lnTo>
                <a:lnTo>
                  <a:pt x="217385" y="3396665"/>
                </a:lnTo>
                <a:lnTo>
                  <a:pt x="213652" y="3396475"/>
                </a:lnTo>
                <a:lnTo>
                  <a:pt x="209918" y="3396208"/>
                </a:lnTo>
                <a:lnTo>
                  <a:pt x="206197" y="3395827"/>
                </a:lnTo>
                <a:lnTo>
                  <a:pt x="202476" y="3395472"/>
                </a:lnTo>
                <a:lnTo>
                  <a:pt x="198755" y="3395014"/>
                </a:lnTo>
                <a:lnTo>
                  <a:pt x="195059" y="3394455"/>
                </a:lnTo>
                <a:lnTo>
                  <a:pt x="191363" y="3393922"/>
                </a:lnTo>
                <a:lnTo>
                  <a:pt x="173050" y="3390087"/>
                </a:lnTo>
                <a:lnTo>
                  <a:pt x="169430" y="3389185"/>
                </a:lnTo>
                <a:lnTo>
                  <a:pt x="151587" y="3383572"/>
                </a:lnTo>
                <a:lnTo>
                  <a:pt x="148069" y="3382314"/>
                </a:lnTo>
                <a:lnTo>
                  <a:pt x="144576" y="3380968"/>
                </a:lnTo>
                <a:lnTo>
                  <a:pt x="141122" y="3379533"/>
                </a:lnTo>
                <a:lnTo>
                  <a:pt x="137668" y="3378111"/>
                </a:lnTo>
                <a:lnTo>
                  <a:pt x="111074" y="3364407"/>
                </a:lnTo>
                <a:lnTo>
                  <a:pt x="107873" y="3362490"/>
                </a:lnTo>
                <a:lnTo>
                  <a:pt x="104711" y="3360496"/>
                </a:lnTo>
                <a:lnTo>
                  <a:pt x="101600" y="3358413"/>
                </a:lnTo>
                <a:lnTo>
                  <a:pt x="98488" y="3356330"/>
                </a:lnTo>
                <a:lnTo>
                  <a:pt x="95427" y="3354184"/>
                </a:lnTo>
                <a:lnTo>
                  <a:pt x="92417" y="3351949"/>
                </a:lnTo>
                <a:lnTo>
                  <a:pt x="89420" y="3349726"/>
                </a:lnTo>
                <a:lnTo>
                  <a:pt x="86474" y="3347427"/>
                </a:lnTo>
                <a:lnTo>
                  <a:pt x="83578" y="3345040"/>
                </a:lnTo>
                <a:lnTo>
                  <a:pt x="80683" y="3342678"/>
                </a:lnTo>
                <a:lnTo>
                  <a:pt x="66954" y="3329978"/>
                </a:lnTo>
                <a:lnTo>
                  <a:pt x="64312" y="3327336"/>
                </a:lnTo>
                <a:lnTo>
                  <a:pt x="61734" y="3324631"/>
                </a:lnTo>
                <a:lnTo>
                  <a:pt x="59220" y="3321850"/>
                </a:lnTo>
                <a:lnTo>
                  <a:pt x="56705" y="3319081"/>
                </a:lnTo>
                <a:lnTo>
                  <a:pt x="54267" y="3316249"/>
                </a:lnTo>
                <a:lnTo>
                  <a:pt x="51892" y="3313353"/>
                </a:lnTo>
                <a:lnTo>
                  <a:pt x="49517" y="3310470"/>
                </a:lnTo>
                <a:lnTo>
                  <a:pt x="38531" y="3295345"/>
                </a:lnTo>
                <a:lnTo>
                  <a:pt x="36448" y="3292233"/>
                </a:lnTo>
                <a:lnTo>
                  <a:pt x="34442" y="3289071"/>
                </a:lnTo>
                <a:lnTo>
                  <a:pt x="32524" y="3285858"/>
                </a:lnTo>
                <a:lnTo>
                  <a:pt x="30594" y="3282657"/>
                </a:lnTo>
                <a:lnTo>
                  <a:pt x="21945" y="3266071"/>
                </a:lnTo>
                <a:lnTo>
                  <a:pt x="20345" y="3262693"/>
                </a:lnTo>
                <a:lnTo>
                  <a:pt x="18834" y="3259277"/>
                </a:lnTo>
                <a:lnTo>
                  <a:pt x="17399" y="3255810"/>
                </a:lnTo>
                <a:lnTo>
                  <a:pt x="15963" y="3252355"/>
                </a:lnTo>
                <a:lnTo>
                  <a:pt x="14617" y="3248875"/>
                </a:lnTo>
                <a:lnTo>
                  <a:pt x="13360" y="3245345"/>
                </a:lnTo>
                <a:lnTo>
                  <a:pt x="12103" y="3241827"/>
                </a:lnTo>
                <a:lnTo>
                  <a:pt x="4394" y="3212934"/>
                </a:lnTo>
                <a:lnTo>
                  <a:pt x="3657" y="3209264"/>
                </a:lnTo>
                <a:lnTo>
                  <a:pt x="3022" y="3205581"/>
                </a:lnTo>
                <a:lnTo>
                  <a:pt x="2476" y="3201873"/>
                </a:lnTo>
                <a:lnTo>
                  <a:pt x="1930" y="3198177"/>
                </a:lnTo>
                <a:lnTo>
                  <a:pt x="279" y="3179559"/>
                </a:lnTo>
                <a:lnTo>
                  <a:pt x="88" y="3175825"/>
                </a:lnTo>
                <a:lnTo>
                  <a:pt x="0" y="3172079"/>
                </a:lnTo>
                <a:lnTo>
                  <a:pt x="0" y="3168332"/>
                </a:lnTo>
                <a:lnTo>
                  <a:pt x="0" y="228600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5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8"/>
                </a:lnTo>
                <a:lnTo>
                  <a:pt x="20345" y="134239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600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1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6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9"/>
                </a:lnTo>
                <a:lnTo>
                  <a:pt x="107873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9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63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227305" y="6261662"/>
            <a:ext cx="2367280" cy="835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02565" marR="5080" indent="-190500">
              <a:lnSpc>
                <a:spcPct val="101200"/>
              </a:lnSpc>
              <a:spcBef>
                <a:spcPts val="95"/>
              </a:spcBef>
              <a:buFont typeface="Times New Roman"/>
              <a:buChar char="•"/>
              <a:tabLst>
                <a:tab pos="203835" algn="l"/>
              </a:tabLst>
            </a:pP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Eventura</a:t>
            </a:r>
            <a:r>
              <a:rPr dirty="0" sz="17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5">
                <a:solidFill>
                  <a:srgbClr val="2F2D2E"/>
                </a:solidFill>
                <a:latin typeface="Lucida Sans Unicode"/>
                <a:cs typeface="Lucida Sans Unicode"/>
              </a:rPr>
              <a:t>replaces 	spreadsheets</a:t>
            </a:r>
            <a:r>
              <a:rPr dirty="0" sz="175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with 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750" spc="120" b="1">
                <a:solidFill>
                  <a:srgbClr val="5B4DFF"/>
                </a:solidFill>
                <a:latin typeface="Trebuchet MS"/>
                <a:cs typeface="Trebuchet MS"/>
              </a:rPr>
              <a:t>real-</a:t>
            </a:r>
            <a:r>
              <a:rPr dirty="0" sz="1750" spc="145" b="1">
                <a:solidFill>
                  <a:srgbClr val="5B4DFF"/>
                </a:solidFill>
                <a:latin typeface="Trebuchet MS"/>
                <a:cs typeface="Trebuchet MS"/>
              </a:rPr>
              <a:t>time</a:t>
            </a:r>
            <a:r>
              <a:rPr dirty="0" sz="1750" spc="-125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750" spc="65" b="1">
                <a:solidFill>
                  <a:srgbClr val="5B4DFF"/>
                </a:solidFill>
                <a:latin typeface="Trebuchet MS"/>
                <a:cs typeface="Trebuchet MS"/>
              </a:rPr>
              <a:t>visibility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7148" y="928621"/>
            <a:ext cx="497205" cy="497205"/>
          </a:xfrm>
          <a:custGeom>
            <a:avLst/>
            <a:gdLst/>
            <a:ahLst/>
            <a:cxnLst/>
            <a:rect l="l" t="t" r="r" b="b"/>
            <a:pathLst>
              <a:path w="497205" h="497205">
                <a:moveTo>
                  <a:pt x="248310" y="0"/>
                </a:moveTo>
                <a:lnTo>
                  <a:pt x="198268" y="5045"/>
                </a:lnTo>
                <a:lnTo>
                  <a:pt x="151658" y="19515"/>
                </a:lnTo>
                <a:lnTo>
                  <a:pt x="109479" y="42411"/>
                </a:lnTo>
                <a:lnTo>
                  <a:pt x="72729" y="72734"/>
                </a:lnTo>
                <a:lnTo>
                  <a:pt x="42408" y="109484"/>
                </a:lnTo>
                <a:lnTo>
                  <a:pt x="19513" y="151663"/>
                </a:lnTo>
                <a:lnTo>
                  <a:pt x="5044" y="198271"/>
                </a:lnTo>
                <a:lnTo>
                  <a:pt x="0" y="248310"/>
                </a:lnTo>
                <a:lnTo>
                  <a:pt x="5044" y="298353"/>
                </a:lnTo>
                <a:lnTo>
                  <a:pt x="19513" y="344964"/>
                </a:lnTo>
                <a:lnTo>
                  <a:pt x="42408" y="387145"/>
                </a:lnTo>
                <a:lnTo>
                  <a:pt x="72729" y="423897"/>
                </a:lnTo>
                <a:lnTo>
                  <a:pt x="109479" y="454221"/>
                </a:lnTo>
                <a:lnTo>
                  <a:pt x="151658" y="477117"/>
                </a:lnTo>
                <a:lnTo>
                  <a:pt x="198268" y="491588"/>
                </a:lnTo>
                <a:lnTo>
                  <a:pt x="248310" y="496633"/>
                </a:lnTo>
                <a:lnTo>
                  <a:pt x="298352" y="491588"/>
                </a:lnTo>
                <a:lnTo>
                  <a:pt x="344962" y="477117"/>
                </a:lnTo>
                <a:lnTo>
                  <a:pt x="387141" y="454221"/>
                </a:lnTo>
                <a:lnTo>
                  <a:pt x="423891" y="423897"/>
                </a:lnTo>
                <a:lnTo>
                  <a:pt x="454212" y="387145"/>
                </a:lnTo>
                <a:lnTo>
                  <a:pt x="477106" y="344964"/>
                </a:lnTo>
                <a:lnTo>
                  <a:pt x="491575" y="298353"/>
                </a:lnTo>
                <a:lnTo>
                  <a:pt x="496620" y="248310"/>
                </a:lnTo>
                <a:lnTo>
                  <a:pt x="491575" y="198271"/>
                </a:lnTo>
                <a:lnTo>
                  <a:pt x="477106" y="151663"/>
                </a:lnTo>
                <a:lnTo>
                  <a:pt x="454212" y="109484"/>
                </a:lnTo>
                <a:lnTo>
                  <a:pt x="423891" y="72734"/>
                </a:lnTo>
                <a:lnTo>
                  <a:pt x="387141" y="42411"/>
                </a:lnTo>
                <a:lnTo>
                  <a:pt x="344962" y="19515"/>
                </a:lnTo>
                <a:lnTo>
                  <a:pt x="298352" y="5045"/>
                </a:lnTo>
                <a:lnTo>
                  <a:pt x="248310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36835" y="1036839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60" b="1">
                <a:solidFill>
                  <a:srgbClr val="3F2BFF"/>
                </a:solidFill>
                <a:latin typeface="Trebuchet MS"/>
                <a:cs typeface="Trebuchet MS"/>
              </a:rPr>
              <a:t>12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6148" y="907089"/>
            <a:ext cx="3992245" cy="584835"/>
          </a:xfrm>
          <a:custGeom>
            <a:avLst/>
            <a:gdLst/>
            <a:ahLst/>
            <a:cxnLst/>
            <a:rect l="l" t="t" r="r" b="b"/>
            <a:pathLst>
              <a:path w="3992245" h="584835">
                <a:moveTo>
                  <a:pt x="3550602" y="0"/>
                </a:moveTo>
                <a:lnTo>
                  <a:pt x="441058" y="0"/>
                </a:lnTo>
                <a:lnTo>
                  <a:pt x="372645" y="2277"/>
                </a:lnTo>
                <a:lnTo>
                  <a:pt x="310464" y="8928"/>
                </a:lnTo>
                <a:lnTo>
                  <a:pt x="254382" y="19677"/>
                </a:lnTo>
                <a:lnTo>
                  <a:pt x="204268" y="34250"/>
                </a:lnTo>
                <a:lnTo>
                  <a:pt x="159989" y="52373"/>
                </a:lnTo>
                <a:lnTo>
                  <a:pt x="121414" y="73771"/>
                </a:lnTo>
                <a:lnTo>
                  <a:pt x="88410" y="98169"/>
                </a:lnTo>
                <a:lnTo>
                  <a:pt x="60846" y="125293"/>
                </a:lnTo>
                <a:lnTo>
                  <a:pt x="21508" y="186622"/>
                </a:lnTo>
                <a:lnTo>
                  <a:pt x="2345" y="255563"/>
                </a:lnTo>
                <a:lnTo>
                  <a:pt x="0" y="292201"/>
                </a:lnTo>
                <a:lnTo>
                  <a:pt x="2345" y="328837"/>
                </a:lnTo>
                <a:lnTo>
                  <a:pt x="21508" y="397773"/>
                </a:lnTo>
                <a:lnTo>
                  <a:pt x="60846" y="459099"/>
                </a:lnTo>
                <a:lnTo>
                  <a:pt x="88410" y="486223"/>
                </a:lnTo>
                <a:lnTo>
                  <a:pt x="121414" y="510620"/>
                </a:lnTo>
                <a:lnTo>
                  <a:pt x="159989" y="532017"/>
                </a:lnTo>
                <a:lnTo>
                  <a:pt x="204268" y="550139"/>
                </a:lnTo>
                <a:lnTo>
                  <a:pt x="254382" y="564712"/>
                </a:lnTo>
                <a:lnTo>
                  <a:pt x="310464" y="575461"/>
                </a:lnTo>
                <a:lnTo>
                  <a:pt x="372645" y="582112"/>
                </a:lnTo>
                <a:lnTo>
                  <a:pt x="441058" y="584390"/>
                </a:lnTo>
                <a:lnTo>
                  <a:pt x="3550602" y="584390"/>
                </a:lnTo>
                <a:lnTo>
                  <a:pt x="3619017" y="582112"/>
                </a:lnTo>
                <a:lnTo>
                  <a:pt x="3681200" y="575461"/>
                </a:lnTo>
                <a:lnTo>
                  <a:pt x="3737283" y="564712"/>
                </a:lnTo>
                <a:lnTo>
                  <a:pt x="3787398" y="550139"/>
                </a:lnTo>
                <a:lnTo>
                  <a:pt x="3831676" y="532017"/>
                </a:lnTo>
                <a:lnTo>
                  <a:pt x="3870251" y="510620"/>
                </a:lnTo>
                <a:lnTo>
                  <a:pt x="3903254" y="486223"/>
                </a:lnTo>
                <a:lnTo>
                  <a:pt x="3930818" y="459099"/>
                </a:lnTo>
                <a:lnTo>
                  <a:pt x="3970153" y="397773"/>
                </a:lnTo>
                <a:lnTo>
                  <a:pt x="3989315" y="328837"/>
                </a:lnTo>
                <a:lnTo>
                  <a:pt x="3991660" y="292201"/>
                </a:lnTo>
                <a:lnTo>
                  <a:pt x="3989315" y="255563"/>
                </a:lnTo>
                <a:lnTo>
                  <a:pt x="3970153" y="186622"/>
                </a:lnTo>
                <a:lnTo>
                  <a:pt x="3930818" y="125293"/>
                </a:lnTo>
                <a:lnTo>
                  <a:pt x="3903254" y="98169"/>
                </a:lnTo>
                <a:lnTo>
                  <a:pt x="3870251" y="73771"/>
                </a:lnTo>
                <a:lnTo>
                  <a:pt x="3831676" y="52373"/>
                </a:lnTo>
                <a:lnTo>
                  <a:pt x="3787398" y="34250"/>
                </a:lnTo>
                <a:lnTo>
                  <a:pt x="3737283" y="19677"/>
                </a:lnTo>
                <a:lnTo>
                  <a:pt x="3681200" y="8928"/>
                </a:lnTo>
                <a:lnTo>
                  <a:pt x="3619017" y="2277"/>
                </a:lnTo>
                <a:lnTo>
                  <a:pt x="3550602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19634" y="1036839"/>
            <a:ext cx="36709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Operations,</a:t>
            </a:r>
            <a:r>
              <a:rPr dirty="0" sz="1600" spc="-120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Feedback,</a:t>
            </a:r>
            <a:r>
              <a:rPr dirty="0" sz="1600" spc="-114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70" b="1">
                <a:solidFill>
                  <a:srgbClr val="3F2BFF"/>
                </a:solidFill>
                <a:latin typeface="Trebuchet MS"/>
                <a:cs typeface="Trebuchet MS"/>
              </a:rPr>
              <a:t>and</a:t>
            </a:r>
            <a:r>
              <a:rPr dirty="0" sz="1600" spc="-120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25" b="1">
                <a:solidFill>
                  <a:srgbClr val="3F2BFF"/>
                </a:solidFill>
                <a:latin typeface="Trebuchet MS"/>
                <a:cs typeface="Trebuchet MS"/>
              </a:rPr>
              <a:t>Closing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932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350" spc="345" b="0">
                <a:latin typeface="Lucida Sans Unicode"/>
                <a:cs typeface="Lucida Sans Unicode"/>
              </a:rPr>
              <a:t>Impact</a:t>
            </a:r>
            <a:r>
              <a:rPr dirty="0" sz="6350" spc="-300" b="0">
                <a:latin typeface="Lucida Sans Unicode"/>
                <a:cs typeface="Lucida Sans Unicode"/>
              </a:rPr>
              <a:t> </a:t>
            </a:r>
            <a:r>
              <a:rPr dirty="0" sz="6350" spc="265" b="0">
                <a:latin typeface="Lucida Sans Unicode"/>
                <a:cs typeface="Lucida Sans Unicode"/>
              </a:rPr>
              <a:t>&amp;</a:t>
            </a:r>
            <a:r>
              <a:rPr dirty="0" sz="6350" spc="-295" b="0">
                <a:latin typeface="Lucida Sans Unicode"/>
                <a:cs typeface="Lucida Sans Unicode"/>
              </a:rPr>
              <a:t> </a:t>
            </a:r>
            <a:r>
              <a:rPr dirty="0" sz="6350" spc="130" b="0">
                <a:latin typeface="Lucida Sans Unicode"/>
                <a:cs typeface="Lucida Sans Unicode"/>
              </a:rPr>
              <a:t>Technology</a:t>
            </a:r>
            <a:endParaRPr sz="63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448" y="3617917"/>
            <a:ext cx="7167880" cy="52393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50">
                <a:solidFill>
                  <a:srgbClr val="2F2D2E"/>
                </a:solidFill>
                <a:latin typeface="Lucida Sans Unicode"/>
                <a:cs typeface="Lucida Sans Unicode"/>
              </a:rPr>
              <a:t>Students</a:t>
            </a:r>
            <a:endParaRPr sz="2350">
              <a:latin typeface="Lucida Sans Unicode"/>
              <a:cs typeface="Lucida Sans Unicode"/>
            </a:endParaRPr>
          </a:p>
          <a:p>
            <a:pPr marL="201295" indent="-188595">
              <a:lnSpc>
                <a:spcPct val="100000"/>
              </a:lnSpc>
              <a:spcBef>
                <a:spcPts val="1630"/>
              </a:spcBef>
              <a:buFont typeface="Times New Roman"/>
              <a:buChar char="•"/>
              <a:tabLst>
                <a:tab pos="201295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Register</a:t>
            </a:r>
            <a:r>
              <a:rPr dirty="0" sz="1750" spc="-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in</a:t>
            </a:r>
            <a:r>
              <a:rPr dirty="0" sz="1750" spc="-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seconds;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get</a:t>
            </a:r>
            <a:r>
              <a:rPr dirty="0" sz="1750" spc="-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210">
                <a:solidFill>
                  <a:srgbClr val="2F2D2E"/>
                </a:solidFill>
                <a:latin typeface="Lucida Sans Unicode"/>
                <a:cs typeface="Lucida Sans Unicode"/>
              </a:rPr>
              <a:t>a</a:t>
            </a:r>
            <a:r>
              <a:rPr dirty="0" sz="1750" spc="-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90" b="1">
                <a:solidFill>
                  <a:srgbClr val="5B4DFF"/>
                </a:solidFill>
                <a:latin typeface="Trebuchet MS"/>
                <a:cs typeface="Trebuchet MS"/>
              </a:rPr>
              <a:t>QR</a:t>
            </a:r>
            <a:r>
              <a:rPr dirty="0" sz="1750" spc="-110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750" spc="215" b="1">
                <a:solidFill>
                  <a:srgbClr val="5B4DFF"/>
                </a:solidFill>
                <a:latin typeface="Trebuchet MS"/>
                <a:cs typeface="Trebuchet MS"/>
              </a:rPr>
              <a:t>pass</a:t>
            </a:r>
            <a:r>
              <a:rPr dirty="0" sz="1750" spc="5" b="1">
                <a:solidFill>
                  <a:srgbClr val="5B4DFF"/>
                </a:solidFill>
                <a:latin typeface="Trebuchet MS"/>
                <a:cs typeface="Trebuchet MS"/>
              </a:rPr>
              <a:t> 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for</a:t>
            </a:r>
            <a:r>
              <a:rPr dirty="0" sz="1750" spc="-3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entry.</a:t>
            </a:r>
            <a:endParaRPr sz="1750">
              <a:latin typeface="Lucida Sans Unicode"/>
              <a:cs typeface="Lucida Sans Unicode"/>
            </a:endParaRPr>
          </a:p>
          <a:p>
            <a:pPr marL="201295" indent="-188595">
              <a:lnSpc>
                <a:spcPct val="100000"/>
              </a:lnSpc>
              <a:spcBef>
                <a:spcPts val="439"/>
              </a:spcBef>
              <a:buFont typeface="Times New Roman"/>
              <a:buChar char="•"/>
              <a:tabLst>
                <a:tab pos="201295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Submit</a:t>
            </a:r>
            <a:r>
              <a:rPr dirty="0" sz="1750" spc="4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feedback;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store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certificates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in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one</a:t>
            </a:r>
            <a:r>
              <a:rPr dirty="0" sz="1750" spc="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vault.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dirty="0" sz="2350" spc="50">
                <a:solidFill>
                  <a:srgbClr val="2F2D2E"/>
                </a:solidFill>
                <a:latin typeface="Lucida Sans Unicode"/>
                <a:cs typeface="Lucida Sans Unicode"/>
              </a:rPr>
              <a:t>Clubs</a:t>
            </a:r>
            <a:r>
              <a:rPr dirty="0" sz="2350" spc="-114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55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2350" spc="-1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2F2D2E"/>
                </a:solidFill>
                <a:latin typeface="Lucida Sans Unicode"/>
                <a:cs typeface="Lucida Sans Unicode"/>
              </a:rPr>
              <a:t>Organizers</a:t>
            </a:r>
            <a:endParaRPr sz="2350">
              <a:latin typeface="Lucida Sans Unicode"/>
              <a:cs typeface="Lucida Sans Unicode"/>
            </a:endParaRPr>
          </a:p>
          <a:p>
            <a:pPr marL="201295" indent="-188595">
              <a:lnSpc>
                <a:spcPct val="100000"/>
              </a:lnSpc>
              <a:spcBef>
                <a:spcPts val="1630"/>
              </a:spcBef>
              <a:buFont typeface="Times New Roman"/>
              <a:buChar char="•"/>
              <a:tabLst>
                <a:tab pos="201295" algn="l"/>
              </a:tabLst>
            </a:pP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Plan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events,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30">
                <a:solidFill>
                  <a:srgbClr val="2F2D2E"/>
                </a:solidFill>
                <a:latin typeface="Lucida Sans Unicode"/>
                <a:cs typeface="Lucida Sans Unicode"/>
              </a:rPr>
              <a:t>manage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volunteers,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track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tasks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 in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real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 time.</a:t>
            </a:r>
            <a:endParaRPr sz="1750">
              <a:latin typeface="Lucida Sans Unicode"/>
              <a:cs typeface="Lucida Sans Unicode"/>
            </a:endParaRPr>
          </a:p>
          <a:p>
            <a:pPr marL="201295" indent="-188595">
              <a:lnSpc>
                <a:spcPct val="100000"/>
              </a:lnSpc>
              <a:spcBef>
                <a:spcPts val="434"/>
              </a:spcBef>
              <a:buFont typeface="Times New Roman"/>
              <a:buChar char="•"/>
              <a:tabLst>
                <a:tab pos="201295" algn="l"/>
              </a:tabLst>
            </a:pP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Monitor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registrations,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60">
                <a:solidFill>
                  <a:srgbClr val="2F2D2E"/>
                </a:solidFill>
                <a:latin typeface="Lucida Sans Unicode"/>
                <a:cs typeface="Lucida Sans Unicode"/>
              </a:rPr>
              <a:t>attendance,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budgets,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05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expenses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live.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dirty="0" sz="2350" spc="70">
                <a:solidFill>
                  <a:srgbClr val="2F2D2E"/>
                </a:solidFill>
                <a:latin typeface="Lucida Sans Unicode"/>
                <a:cs typeface="Lucida Sans Unicode"/>
              </a:rPr>
              <a:t>College</a:t>
            </a:r>
            <a:r>
              <a:rPr dirty="0" sz="23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2F2D2E"/>
                </a:solidFill>
                <a:latin typeface="Lucida Sans Unicode"/>
                <a:cs typeface="Lucida Sans Unicode"/>
              </a:rPr>
              <a:t>Admin</a:t>
            </a:r>
            <a:r>
              <a:rPr dirty="0" sz="23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65">
                <a:solidFill>
                  <a:srgbClr val="2F2D2E"/>
                </a:solidFill>
                <a:latin typeface="Lucida Sans Unicode"/>
                <a:cs typeface="Lucida Sans Unicode"/>
              </a:rPr>
              <a:t>+</a:t>
            </a:r>
            <a:r>
              <a:rPr dirty="0" sz="2350" spc="-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50">
                <a:solidFill>
                  <a:srgbClr val="2F2D2E"/>
                </a:solidFill>
                <a:latin typeface="Lucida Sans Unicode"/>
                <a:cs typeface="Lucida Sans Unicode"/>
              </a:rPr>
              <a:t>Tech</a:t>
            </a:r>
            <a:r>
              <a:rPr dirty="0" sz="2350" spc="-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85">
                <a:solidFill>
                  <a:srgbClr val="2F2D2E"/>
                </a:solidFill>
                <a:latin typeface="Lucida Sans Unicode"/>
                <a:cs typeface="Lucida Sans Unicode"/>
              </a:rPr>
              <a:t>Stack</a:t>
            </a:r>
            <a:endParaRPr sz="2350">
              <a:latin typeface="Lucida Sans Unicode"/>
              <a:cs typeface="Lucida Sans Unicode"/>
            </a:endParaRPr>
          </a:p>
          <a:p>
            <a:pPr marL="201295" indent="-188595">
              <a:lnSpc>
                <a:spcPct val="100000"/>
              </a:lnSpc>
              <a:spcBef>
                <a:spcPts val="1630"/>
              </a:spcBef>
              <a:buFont typeface="Times New Roman"/>
              <a:buChar char="•"/>
              <a:tabLst>
                <a:tab pos="201295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Approvals,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finance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35">
                <a:solidFill>
                  <a:srgbClr val="2F2D2E"/>
                </a:solidFill>
                <a:latin typeface="Lucida Sans Unicode"/>
                <a:cs typeface="Lucida Sans Unicode"/>
              </a:rPr>
              <a:t>visibility,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analytics,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105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audit-</a:t>
            </a:r>
            <a:r>
              <a:rPr dirty="0" sz="1750" spc="55">
                <a:solidFill>
                  <a:srgbClr val="2F2D2E"/>
                </a:solidFill>
                <a:latin typeface="Lucida Sans Unicode"/>
                <a:cs typeface="Lucida Sans Unicode"/>
              </a:rPr>
              <a:t>ready</a:t>
            </a:r>
            <a:r>
              <a:rPr dirty="0" sz="17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reports.</a:t>
            </a:r>
            <a:endParaRPr sz="1750">
              <a:latin typeface="Lucida Sans Unicode"/>
              <a:cs typeface="Lucida Sans Unicode"/>
            </a:endParaRPr>
          </a:p>
          <a:p>
            <a:pPr marL="201295" indent="-188595">
              <a:lnSpc>
                <a:spcPct val="100000"/>
              </a:lnSpc>
              <a:spcBef>
                <a:spcPts val="439"/>
              </a:spcBef>
              <a:buFont typeface="Times New Roman"/>
              <a:buChar char="•"/>
              <a:tabLst>
                <a:tab pos="201295" algn="l"/>
              </a:tabLst>
            </a:pPr>
            <a:r>
              <a:rPr dirty="0" sz="1750" spc="-30">
                <a:solidFill>
                  <a:srgbClr val="2F2D2E"/>
                </a:solidFill>
                <a:latin typeface="Lucida Sans Unicode"/>
                <a:cs typeface="Lucida Sans Unicode"/>
              </a:rPr>
              <a:t>Next.js/React,</a:t>
            </a:r>
            <a:r>
              <a:rPr dirty="0" sz="1750" spc="-7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45">
                <a:solidFill>
                  <a:srgbClr val="2F2D2E"/>
                </a:solidFill>
                <a:latin typeface="Lucida Sans Unicode"/>
                <a:cs typeface="Lucida Sans Unicode"/>
              </a:rPr>
              <a:t>Node.js,</a:t>
            </a:r>
            <a:r>
              <a:rPr dirty="0" sz="17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PostgreSQL,</a:t>
            </a:r>
            <a:r>
              <a:rPr dirty="0" sz="17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90" b="1">
                <a:solidFill>
                  <a:srgbClr val="5B4DFF"/>
                </a:solidFill>
                <a:latin typeface="Trebuchet MS"/>
                <a:cs typeface="Trebuchet MS"/>
              </a:rPr>
              <a:t>JWT/RBAC</a:t>
            </a:r>
            <a:r>
              <a:rPr dirty="0" sz="1750" spc="90">
                <a:solidFill>
                  <a:srgbClr val="2F2D2E"/>
                </a:solidFill>
                <a:latin typeface="Lucida Sans Unicode"/>
                <a:cs typeface="Lucida Sans Unicode"/>
              </a:rPr>
              <a:t>,</a:t>
            </a:r>
            <a:r>
              <a:rPr dirty="0" sz="17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90">
                <a:solidFill>
                  <a:srgbClr val="2F2D2E"/>
                </a:solidFill>
                <a:latin typeface="Lucida Sans Unicode"/>
                <a:cs typeface="Lucida Sans Unicode"/>
              </a:rPr>
              <a:t>QR,</a:t>
            </a:r>
            <a:r>
              <a:rPr dirty="0" sz="17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Cloud.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dirty="0" sz="2350" spc="-95">
                <a:solidFill>
                  <a:srgbClr val="2F2D2E"/>
                </a:solidFill>
                <a:latin typeface="Lucida Sans Unicode"/>
                <a:cs typeface="Lucida Sans Unicode"/>
              </a:rPr>
              <a:t>EVENTURA:</a:t>
            </a:r>
            <a:r>
              <a:rPr dirty="0" sz="2350" spc="-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75">
                <a:solidFill>
                  <a:srgbClr val="2F2D2E"/>
                </a:solidFill>
                <a:latin typeface="Lucida Sans Unicode"/>
                <a:cs typeface="Lucida Sans Unicode"/>
              </a:rPr>
              <a:t>One</a:t>
            </a:r>
            <a:r>
              <a:rPr dirty="0" sz="2350" spc="-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2F2D2E"/>
                </a:solidFill>
                <a:latin typeface="Lucida Sans Unicode"/>
                <a:cs typeface="Lucida Sans Unicode"/>
              </a:rPr>
              <a:t>Platform.</a:t>
            </a:r>
            <a:r>
              <a:rPr dirty="0" sz="2350" spc="-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>
                <a:solidFill>
                  <a:srgbClr val="2F2D2E"/>
                </a:solidFill>
                <a:latin typeface="Lucida Sans Unicode"/>
                <a:cs typeface="Lucida Sans Unicode"/>
              </a:rPr>
              <a:t>Every</a:t>
            </a:r>
            <a:r>
              <a:rPr dirty="0" sz="2350" spc="-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150">
                <a:solidFill>
                  <a:srgbClr val="2F2D2E"/>
                </a:solidFill>
                <a:latin typeface="Lucida Sans Unicode"/>
                <a:cs typeface="Lucida Sans Unicode"/>
              </a:rPr>
              <a:t>Campus</a:t>
            </a:r>
            <a:r>
              <a:rPr dirty="0" sz="2350" spc="-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2F2D2E"/>
                </a:solidFill>
                <a:latin typeface="Lucida Sans Unicode"/>
                <a:cs typeface="Lucida Sans Unicode"/>
              </a:rPr>
              <a:t>Event.</a:t>
            </a:r>
            <a:endParaRPr sz="2350">
              <a:latin typeface="Lucida Sans Unicode"/>
              <a:cs typeface="Lucida Sans Unicode"/>
            </a:endParaRPr>
          </a:p>
          <a:p>
            <a:pPr marL="201295" indent="-188595">
              <a:lnSpc>
                <a:spcPct val="100000"/>
              </a:lnSpc>
              <a:spcBef>
                <a:spcPts val="1630"/>
              </a:spcBef>
              <a:buFont typeface="Times New Roman"/>
              <a:buChar char="•"/>
              <a:tabLst>
                <a:tab pos="201295" algn="l"/>
              </a:tabLst>
            </a:pP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Single</a:t>
            </a:r>
            <a:r>
              <a:rPr dirty="0" sz="1750" spc="-2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source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of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truth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from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50">
                <a:solidFill>
                  <a:srgbClr val="2F2D2E"/>
                </a:solidFill>
                <a:latin typeface="Lucida Sans Unicode"/>
                <a:cs typeface="Lucida Sans Unicode"/>
              </a:rPr>
              <a:t>creation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>
                <a:solidFill>
                  <a:srgbClr val="2F2D2E"/>
                </a:solidFill>
                <a:latin typeface="Lucida Sans Unicode"/>
                <a:cs typeface="Lucida Sans Unicode"/>
              </a:rPr>
              <a:t>to</a:t>
            </a:r>
            <a:r>
              <a:rPr dirty="0" sz="1750" spc="-2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>
                <a:solidFill>
                  <a:srgbClr val="2F2D2E"/>
                </a:solidFill>
                <a:latin typeface="Lucida Sans Unicode"/>
                <a:cs typeface="Lucida Sans Unicode"/>
              </a:rPr>
              <a:t>certificates.</a:t>
            </a:r>
            <a:endParaRPr sz="175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7798" y="3999014"/>
            <a:ext cx="7754023" cy="51694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96884" y="927972"/>
            <a:ext cx="499109" cy="499109"/>
          </a:xfrm>
          <a:custGeom>
            <a:avLst/>
            <a:gdLst/>
            <a:ahLst/>
            <a:cxnLst/>
            <a:rect l="l" t="t" r="r" b="b"/>
            <a:pathLst>
              <a:path w="499109" h="499109">
                <a:moveTo>
                  <a:pt x="249491" y="0"/>
                </a:moveTo>
                <a:lnTo>
                  <a:pt x="204647" y="4019"/>
                </a:lnTo>
                <a:lnTo>
                  <a:pt x="162439" y="15609"/>
                </a:lnTo>
                <a:lnTo>
                  <a:pt x="123571" y="34064"/>
                </a:lnTo>
                <a:lnTo>
                  <a:pt x="88750" y="58679"/>
                </a:lnTo>
                <a:lnTo>
                  <a:pt x="58679" y="88750"/>
                </a:lnTo>
                <a:lnTo>
                  <a:pt x="34064" y="123571"/>
                </a:lnTo>
                <a:lnTo>
                  <a:pt x="15609" y="162439"/>
                </a:lnTo>
                <a:lnTo>
                  <a:pt x="4019" y="204647"/>
                </a:lnTo>
                <a:lnTo>
                  <a:pt x="0" y="249491"/>
                </a:lnTo>
                <a:lnTo>
                  <a:pt x="4019" y="294332"/>
                </a:lnTo>
                <a:lnTo>
                  <a:pt x="15609" y="336537"/>
                </a:lnTo>
                <a:lnTo>
                  <a:pt x="34064" y="375402"/>
                </a:lnTo>
                <a:lnTo>
                  <a:pt x="58679" y="410221"/>
                </a:lnTo>
                <a:lnTo>
                  <a:pt x="88750" y="440291"/>
                </a:lnTo>
                <a:lnTo>
                  <a:pt x="123571" y="464906"/>
                </a:lnTo>
                <a:lnTo>
                  <a:pt x="162439" y="483360"/>
                </a:lnTo>
                <a:lnTo>
                  <a:pt x="204647" y="494950"/>
                </a:lnTo>
                <a:lnTo>
                  <a:pt x="249491" y="498970"/>
                </a:lnTo>
                <a:lnTo>
                  <a:pt x="294335" y="494950"/>
                </a:lnTo>
                <a:lnTo>
                  <a:pt x="336543" y="483360"/>
                </a:lnTo>
                <a:lnTo>
                  <a:pt x="375411" y="464906"/>
                </a:lnTo>
                <a:lnTo>
                  <a:pt x="410232" y="440291"/>
                </a:lnTo>
                <a:lnTo>
                  <a:pt x="440303" y="410221"/>
                </a:lnTo>
                <a:lnTo>
                  <a:pt x="464918" y="375402"/>
                </a:lnTo>
                <a:lnTo>
                  <a:pt x="483373" y="336537"/>
                </a:lnTo>
                <a:lnTo>
                  <a:pt x="494963" y="294332"/>
                </a:lnTo>
                <a:lnTo>
                  <a:pt x="498982" y="249491"/>
                </a:lnTo>
                <a:lnTo>
                  <a:pt x="494963" y="204647"/>
                </a:lnTo>
                <a:lnTo>
                  <a:pt x="483373" y="162439"/>
                </a:lnTo>
                <a:lnTo>
                  <a:pt x="464918" y="123571"/>
                </a:lnTo>
                <a:lnTo>
                  <a:pt x="440303" y="88750"/>
                </a:lnTo>
                <a:lnTo>
                  <a:pt x="410232" y="58679"/>
                </a:lnTo>
                <a:lnTo>
                  <a:pt x="375411" y="34064"/>
                </a:lnTo>
                <a:lnTo>
                  <a:pt x="336543" y="15609"/>
                </a:lnTo>
                <a:lnTo>
                  <a:pt x="294335" y="4019"/>
                </a:lnTo>
                <a:lnTo>
                  <a:pt x="249491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36835" y="1036839"/>
            <a:ext cx="2247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35" b="1">
                <a:solidFill>
                  <a:srgbClr val="3F2BFF"/>
                </a:solidFill>
                <a:latin typeface="Trebuchet MS"/>
                <a:cs typeface="Trebuchet MS"/>
              </a:rPr>
              <a:t>13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56185" y="907089"/>
            <a:ext cx="3992245" cy="584835"/>
          </a:xfrm>
          <a:custGeom>
            <a:avLst/>
            <a:gdLst/>
            <a:ahLst/>
            <a:cxnLst/>
            <a:rect l="l" t="t" r="r" b="b"/>
            <a:pathLst>
              <a:path w="3992245" h="584835">
                <a:moveTo>
                  <a:pt x="3550602" y="0"/>
                </a:moveTo>
                <a:lnTo>
                  <a:pt x="441058" y="0"/>
                </a:lnTo>
                <a:lnTo>
                  <a:pt x="372645" y="2277"/>
                </a:lnTo>
                <a:lnTo>
                  <a:pt x="310464" y="8928"/>
                </a:lnTo>
                <a:lnTo>
                  <a:pt x="254382" y="19677"/>
                </a:lnTo>
                <a:lnTo>
                  <a:pt x="204268" y="34250"/>
                </a:lnTo>
                <a:lnTo>
                  <a:pt x="159989" y="52373"/>
                </a:lnTo>
                <a:lnTo>
                  <a:pt x="121414" y="73771"/>
                </a:lnTo>
                <a:lnTo>
                  <a:pt x="88410" y="98169"/>
                </a:lnTo>
                <a:lnTo>
                  <a:pt x="60846" y="125293"/>
                </a:lnTo>
                <a:lnTo>
                  <a:pt x="21508" y="186622"/>
                </a:lnTo>
                <a:lnTo>
                  <a:pt x="2345" y="255563"/>
                </a:lnTo>
                <a:lnTo>
                  <a:pt x="0" y="292201"/>
                </a:lnTo>
                <a:lnTo>
                  <a:pt x="2345" y="328837"/>
                </a:lnTo>
                <a:lnTo>
                  <a:pt x="21508" y="397773"/>
                </a:lnTo>
                <a:lnTo>
                  <a:pt x="60846" y="459099"/>
                </a:lnTo>
                <a:lnTo>
                  <a:pt x="88410" y="486223"/>
                </a:lnTo>
                <a:lnTo>
                  <a:pt x="121414" y="510620"/>
                </a:lnTo>
                <a:lnTo>
                  <a:pt x="159989" y="532017"/>
                </a:lnTo>
                <a:lnTo>
                  <a:pt x="204268" y="550139"/>
                </a:lnTo>
                <a:lnTo>
                  <a:pt x="254382" y="564712"/>
                </a:lnTo>
                <a:lnTo>
                  <a:pt x="310464" y="575461"/>
                </a:lnTo>
                <a:lnTo>
                  <a:pt x="372645" y="582112"/>
                </a:lnTo>
                <a:lnTo>
                  <a:pt x="441058" y="584390"/>
                </a:lnTo>
                <a:lnTo>
                  <a:pt x="3550602" y="584390"/>
                </a:lnTo>
                <a:lnTo>
                  <a:pt x="3619017" y="582112"/>
                </a:lnTo>
                <a:lnTo>
                  <a:pt x="3681200" y="575461"/>
                </a:lnTo>
                <a:lnTo>
                  <a:pt x="3737283" y="564712"/>
                </a:lnTo>
                <a:lnTo>
                  <a:pt x="3787398" y="550139"/>
                </a:lnTo>
                <a:lnTo>
                  <a:pt x="3831676" y="532017"/>
                </a:lnTo>
                <a:lnTo>
                  <a:pt x="3870251" y="510620"/>
                </a:lnTo>
                <a:lnTo>
                  <a:pt x="3903254" y="486223"/>
                </a:lnTo>
                <a:lnTo>
                  <a:pt x="3930818" y="459099"/>
                </a:lnTo>
                <a:lnTo>
                  <a:pt x="3970153" y="397773"/>
                </a:lnTo>
                <a:lnTo>
                  <a:pt x="3989315" y="328837"/>
                </a:lnTo>
                <a:lnTo>
                  <a:pt x="3991660" y="292201"/>
                </a:lnTo>
                <a:lnTo>
                  <a:pt x="3989315" y="255563"/>
                </a:lnTo>
                <a:lnTo>
                  <a:pt x="3970153" y="186622"/>
                </a:lnTo>
                <a:lnTo>
                  <a:pt x="3930818" y="125293"/>
                </a:lnTo>
                <a:lnTo>
                  <a:pt x="3903254" y="98169"/>
                </a:lnTo>
                <a:lnTo>
                  <a:pt x="3870251" y="73771"/>
                </a:lnTo>
                <a:lnTo>
                  <a:pt x="3831676" y="52373"/>
                </a:lnTo>
                <a:lnTo>
                  <a:pt x="3787398" y="34250"/>
                </a:lnTo>
                <a:lnTo>
                  <a:pt x="3737283" y="19677"/>
                </a:lnTo>
                <a:lnTo>
                  <a:pt x="3681200" y="8928"/>
                </a:lnTo>
                <a:lnTo>
                  <a:pt x="3619017" y="2277"/>
                </a:lnTo>
                <a:lnTo>
                  <a:pt x="3550602" y="0"/>
                </a:lnTo>
                <a:close/>
              </a:path>
            </a:pathLst>
          </a:custGeom>
          <a:solidFill>
            <a:srgbClr val="FAC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19671" y="1036839"/>
            <a:ext cx="36709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Operations,</a:t>
            </a:r>
            <a:r>
              <a:rPr dirty="0" sz="1600" spc="-120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75" b="1">
                <a:solidFill>
                  <a:srgbClr val="3F2BFF"/>
                </a:solidFill>
                <a:latin typeface="Trebuchet MS"/>
                <a:cs typeface="Trebuchet MS"/>
              </a:rPr>
              <a:t>Feedback,</a:t>
            </a:r>
            <a:r>
              <a:rPr dirty="0" sz="1600" spc="-114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70" b="1">
                <a:solidFill>
                  <a:srgbClr val="3F2BFF"/>
                </a:solidFill>
                <a:latin typeface="Trebuchet MS"/>
                <a:cs typeface="Trebuchet MS"/>
              </a:rPr>
              <a:t>and</a:t>
            </a:r>
            <a:r>
              <a:rPr dirty="0" sz="1600" spc="-120" b="1">
                <a:solidFill>
                  <a:srgbClr val="3F2BFF"/>
                </a:solidFill>
                <a:latin typeface="Trebuchet MS"/>
                <a:cs typeface="Trebuchet MS"/>
              </a:rPr>
              <a:t> </a:t>
            </a:r>
            <a:r>
              <a:rPr dirty="0" sz="1600" spc="125" b="1">
                <a:solidFill>
                  <a:srgbClr val="3F2BFF"/>
                </a:solidFill>
                <a:latin typeface="Trebuchet MS"/>
                <a:cs typeface="Trebuchet MS"/>
              </a:rPr>
              <a:t>Closing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573905">
              <a:lnSpc>
                <a:spcPct val="100000"/>
              </a:lnSpc>
              <a:spcBef>
                <a:spcPts val="105"/>
              </a:spcBef>
            </a:pPr>
            <a:r>
              <a:rPr dirty="0" spc="675"/>
              <a:t>Thank</a:t>
            </a:r>
            <a:r>
              <a:rPr dirty="0" spc="-860"/>
              <a:t> </a:t>
            </a:r>
            <a:r>
              <a:rPr dirty="0" spc="670"/>
              <a:t>You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177" y="3726941"/>
            <a:ext cx="4645380" cy="300989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142596" y="3938332"/>
            <a:ext cx="509270" cy="509270"/>
            <a:chOff x="1142596" y="3938332"/>
            <a:chExt cx="509270" cy="509270"/>
          </a:xfrm>
        </p:grpSpPr>
        <p:sp>
          <p:nvSpPr>
            <p:cNvPr id="23" name="object 23"/>
            <p:cNvSpPr/>
            <p:nvPr/>
          </p:nvSpPr>
          <p:spPr>
            <a:xfrm>
              <a:off x="1142596" y="3938332"/>
              <a:ext cx="509270" cy="509270"/>
            </a:xfrm>
            <a:custGeom>
              <a:avLst/>
              <a:gdLst/>
              <a:ahLst/>
              <a:cxnLst/>
              <a:rect l="l" t="t" r="r" b="b"/>
              <a:pathLst>
                <a:path w="509269" h="509270">
                  <a:moveTo>
                    <a:pt x="253177" y="0"/>
                  </a:moveTo>
                  <a:lnTo>
                    <a:pt x="209859" y="3984"/>
                  </a:lnTo>
                  <a:lnTo>
                    <a:pt x="167956" y="15211"/>
                  </a:lnTo>
                  <a:lnTo>
                    <a:pt x="128450" y="33419"/>
                  </a:lnTo>
                  <a:lnTo>
                    <a:pt x="92323" y="58343"/>
                  </a:lnTo>
                  <a:lnTo>
                    <a:pt x="60558" y="89721"/>
                  </a:lnTo>
                  <a:lnTo>
                    <a:pt x="34136" y="127290"/>
                  </a:lnTo>
                  <a:lnTo>
                    <a:pt x="14812" y="168959"/>
                  </a:lnTo>
                  <a:lnTo>
                    <a:pt x="3521" y="212160"/>
                  </a:lnTo>
                  <a:lnTo>
                    <a:pt x="0" y="255909"/>
                  </a:lnTo>
                  <a:lnTo>
                    <a:pt x="3984" y="299225"/>
                  </a:lnTo>
                  <a:lnTo>
                    <a:pt x="15211" y="341127"/>
                  </a:lnTo>
                  <a:lnTo>
                    <a:pt x="33419" y="380633"/>
                  </a:lnTo>
                  <a:lnTo>
                    <a:pt x="58343" y="416760"/>
                  </a:lnTo>
                  <a:lnTo>
                    <a:pt x="89721" y="448527"/>
                  </a:lnTo>
                  <a:lnTo>
                    <a:pt x="127290" y="474953"/>
                  </a:lnTo>
                  <a:lnTo>
                    <a:pt x="168959" y="494276"/>
                  </a:lnTo>
                  <a:lnTo>
                    <a:pt x="212160" y="505567"/>
                  </a:lnTo>
                  <a:lnTo>
                    <a:pt x="255909" y="509089"/>
                  </a:lnTo>
                  <a:lnTo>
                    <a:pt x="299225" y="505104"/>
                  </a:lnTo>
                  <a:lnTo>
                    <a:pt x="341127" y="493877"/>
                  </a:lnTo>
                  <a:lnTo>
                    <a:pt x="380633" y="475670"/>
                  </a:lnTo>
                  <a:lnTo>
                    <a:pt x="416760" y="450745"/>
                  </a:lnTo>
                  <a:lnTo>
                    <a:pt x="448527" y="419367"/>
                  </a:lnTo>
                  <a:lnTo>
                    <a:pt x="474953" y="381798"/>
                  </a:lnTo>
                  <a:lnTo>
                    <a:pt x="494276" y="340129"/>
                  </a:lnTo>
                  <a:lnTo>
                    <a:pt x="505567" y="296929"/>
                  </a:lnTo>
                  <a:lnTo>
                    <a:pt x="509089" y="253180"/>
                  </a:lnTo>
                  <a:lnTo>
                    <a:pt x="505104" y="209863"/>
                  </a:lnTo>
                  <a:lnTo>
                    <a:pt x="493877" y="167961"/>
                  </a:lnTo>
                  <a:lnTo>
                    <a:pt x="475670" y="128456"/>
                  </a:lnTo>
                  <a:lnTo>
                    <a:pt x="450745" y="92328"/>
                  </a:lnTo>
                  <a:lnTo>
                    <a:pt x="419367" y="60561"/>
                  </a:lnTo>
                  <a:lnTo>
                    <a:pt x="381798" y="34136"/>
                  </a:lnTo>
                  <a:lnTo>
                    <a:pt x="340129" y="14812"/>
                  </a:lnTo>
                  <a:lnTo>
                    <a:pt x="296927" y="3521"/>
                  </a:lnTo>
                  <a:lnTo>
                    <a:pt x="253177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270401" y="4052782"/>
              <a:ext cx="229870" cy="252729"/>
            </a:xfrm>
            <a:custGeom>
              <a:avLst/>
              <a:gdLst/>
              <a:ahLst/>
              <a:cxnLst/>
              <a:rect l="l" t="t" r="r" b="b"/>
              <a:pathLst>
                <a:path w="229869" h="252729">
                  <a:moveTo>
                    <a:pt x="175983" y="0"/>
                  </a:moveTo>
                  <a:lnTo>
                    <a:pt x="229336" y="199136"/>
                  </a:lnTo>
                  <a:lnTo>
                    <a:pt x="30213" y="252488"/>
                  </a:lnTo>
                </a:path>
                <a:path w="229869" h="252729">
                  <a:moveTo>
                    <a:pt x="229336" y="199136"/>
                  </a:moveTo>
                  <a:lnTo>
                    <a:pt x="0" y="66725"/>
                  </a:lnTo>
                </a:path>
              </a:pathLst>
            </a:custGeom>
            <a:ln w="39700">
              <a:solidFill>
                <a:srgbClr val="2F2D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1284" y="3726941"/>
            <a:ext cx="4645380" cy="3009899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7047708" y="3938295"/>
            <a:ext cx="509270" cy="509270"/>
            <a:chOff x="7047708" y="3938295"/>
            <a:chExt cx="509270" cy="509270"/>
          </a:xfrm>
        </p:grpSpPr>
        <p:sp>
          <p:nvSpPr>
            <p:cNvPr id="20" name="object 20"/>
            <p:cNvSpPr/>
            <p:nvPr/>
          </p:nvSpPr>
          <p:spPr>
            <a:xfrm>
              <a:off x="7047708" y="3938295"/>
              <a:ext cx="509270" cy="509270"/>
            </a:xfrm>
            <a:custGeom>
              <a:avLst/>
              <a:gdLst/>
              <a:ahLst/>
              <a:cxnLst/>
              <a:rect l="l" t="t" r="r" b="b"/>
              <a:pathLst>
                <a:path w="509270" h="509270">
                  <a:moveTo>
                    <a:pt x="253177" y="0"/>
                  </a:moveTo>
                  <a:lnTo>
                    <a:pt x="209859" y="3984"/>
                  </a:lnTo>
                  <a:lnTo>
                    <a:pt x="167956" y="15211"/>
                  </a:lnTo>
                  <a:lnTo>
                    <a:pt x="128450" y="33419"/>
                  </a:lnTo>
                  <a:lnTo>
                    <a:pt x="92323" y="58343"/>
                  </a:lnTo>
                  <a:lnTo>
                    <a:pt x="60558" y="89721"/>
                  </a:lnTo>
                  <a:lnTo>
                    <a:pt x="34136" y="127290"/>
                  </a:lnTo>
                  <a:lnTo>
                    <a:pt x="14812" y="168959"/>
                  </a:lnTo>
                  <a:lnTo>
                    <a:pt x="3521" y="212160"/>
                  </a:lnTo>
                  <a:lnTo>
                    <a:pt x="0" y="255909"/>
                  </a:lnTo>
                  <a:lnTo>
                    <a:pt x="3984" y="299225"/>
                  </a:lnTo>
                  <a:lnTo>
                    <a:pt x="15211" y="341127"/>
                  </a:lnTo>
                  <a:lnTo>
                    <a:pt x="33419" y="380633"/>
                  </a:lnTo>
                  <a:lnTo>
                    <a:pt x="58343" y="416760"/>
                  </a:lnTo>
                  <a:lnTo>
                    <a:pt x="89721" y="448527"/>
                  </a:lnTo>
                  <a:lnTo>
                    <a:pt x="127290" y="474953"/>
                  </a:lnTo>
                  <a:lnTo>
                    <a:pt x="168959" y="494276"/>
                  </a:lnTo>
                  <a:lnTo>
                    <a:pt x="212160" y="505567"/>
                  </a:lnTo>
                  <a:lnTo>
                    <a:pt x="255909" y="509089"/>
                  </a:lnTo>
                  <a:lnTo>
                    <a:pt x="299225" y="505104"/>
                  </a:lnTo>
                  <a:lnTo>
                    <a:pt x="341127" y="493877"/>
                  </a:lnTo>
                  <a:lnTo>
                    <a:pt x="380633" y="475670"/>
                  </a:lnTo>
                  <a:lnTo>
                    <a:pt x="416760" y="450745"/>
                  </a:lnTo>
                  <a:lnTo>
                    <a:pt x="448527" y="419367"/>
                  </a:lnTo>
                  <a:lnTo>
                    <a:pt x="474953" y="381798"/>
                  </a:lnTo>
                  <a:lnTo>
                    <a:pt x="494276" y="340129"/>
                  </a:lnTo>
                  <a:lnTo>
                    <a:pt x="505567" y="296929"/>
                  </a:lnTo>
                  <a:lnTo>
                    <a:pt x="509089" y="253180"/>
                  </a:lnTo>
                  <a:lnTo>
                    <a:pt x="505104" y="209863"/>
                  </a:lnTo>
                  <a:lnTo>
                    <a:pt x="493877" y="167961"/>
                  </a:lnTo>
                  <a:lnTo>
                    <a:pt x="475670" y="128456"/>
                  </a:lnTo>
                  <a:lnTo>
                    <a:pt x="450745" y="92328"/>
                  </a:lnTo>
                  <a:lnTo>
                    <a:pt x="419367" y="60561"/>
                  </a:lnTo>
                  <a:lnTo>
                    <a:pt x="381798" y="34136"/>
                  </a:lnTo>
                  <a:lnTo>
                    <a:pt x="340129" y="14812"/>
                  </a:lnTo>
                  <a:lnTo>
                    <a:pt x="296927" y="3521"/>
                  </a:lnTo>
                  <a:lnTo>
                    <a:pt x="253177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175514" y="4052746"/>
              <a:ext cx="229870" cy="252729"/>
            </a:xfrm>
            <a:custGeom>
              <a:avLst/>
              <a:gdLst/>
              <a:ahLst/>
              <a:cxnLst/>
              <a:rect l="l" t="t" r="r" b="b"/>
              <a:pathLst>
                <a:path w="229870" h="252729">
                  <a:moveTo>
                    <a:pt x="175983" y="0"/>
                  </a:moveTo>
                  <a:lnTo>
                    <a:pt x="229336" y="199136"/>
                  </a:lnTo>
                  <a:lnTo>
                    <a:pt x="30200" y="252488"/>
                  </a:lnTo>
                </a:path>
                <a:path w="229870" h="252729">
                  <a:moveTo>
                    <a:pt x="229336" y="199136"/>
                  </a:moveTo>
                  <a:lnTo>
                    <a:pt x="0" y="66725"/>
                  </a:lnTo>
                </a:path>
              </a:pathLst>
            </a:custGeom>
            <a:ln w="39700">
              <a:solidFill>
                <a:srgbClr val="2F2D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26390" y="3726941"/>
            <a:ext cx="4645380" cy="3009899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2952803" y="3938332"/>
            <a:ext cx="509270" cy="509270"/>
            <a:chOff x="12952803" y="3938332"/>
            <a:chExt cx="509270" cy="509270"/>
          </a:xfrm>
        </p:grpSpPr>
        <p:sp>
          <p:nvSpPr>
            <p:cNvPr id="17" name="object 17"/>
            <p:cNvSpPr/>
            <p:nvPr/>
          </p:nvSpPr>
          <p:spPr>
            <a:xfrm>
              <a:off x="12952803" y="3938332"/>
              <a:ext cx="509270" cy="509270"/>
            </a:xfrm>
            <a:custGeom>
              <a:avLst/>
              <a:gdLst/>
              <a:ahLst/>
              <a:cxnLst/>
              <a:rect l="l" t="t" r="r" b="b"/>
              <a:pathLst>
                <a:path w="509269" h="509270">
                  <a:moveTo>
                    <a:pt x="253177" y="0"/>
                  </a:moveTo>
                  <a:lnTo>
                    <a:pt x="209859" y="3984"/>
                  </a:lnTo>
                  <a:lnTo>
                    <a:pt x="167956" y="15211"/>
                  </a:lnTo>
                  <a:lnTo>
                    <a:pt x="128450" y="33419"/>
                  </a:lnTo>
                  <a:lnTo>
                    <a:pt x="92323" y="58343"/>
                  </a:lnTo>
                  <a:lnTo>
                    <a:pt x="60558" y="89721"/>
                  </a:lnTo>
                  <a:lnTo>
                    <a:pt x="34136" y="127290"/>
                  </a:lnTo>
                  <a:lnTo>
                    <a:pt x="14812" y="168959"/>
                  </a:lnTo>
                  <a:lnTo>
                    <a:pt x="3521" y="212160"/>
                  </a:lnTo>
                  <a:lnTo>
                    <a:pt x="0" y="255909"/>
                  </a:lnTo>
                  <a:lnTo>
                    <a:pt x="3984" y="299225"/>
                  </a:lnTo>
                  <a:lnTo>
                    <a:pt x="15211" y="341127"/>
                  </a:lnTo>
                  <a:lnTo>
                    <a:pt x="33419" y="380633"/>
                  </a:lnTo>
                  <a:lnTo>
                    <a:pt x="58343" y="416760"/>
                  </a:lnTo>
                  <a:lnTo>
                    <a:pt x="89721" y="448527"/>
                  </a:lnTo>
                  <a:lnTo>
                    <a:pt x="127290" y="474953"/>
                  </a:lnTo>
                  <a:lnTo>
                    <a:pt x="168959" y="494276"/>
                  </a:lnTo>
                  <a:lnTo>
                    <a:pt x="212160" y="505567"/>
                  </a:lnTo>
                  <a:lnTo>
                    <a:pt x="255909" y="509089"/>
                  </a:lnTo>
                  <a:lnTo>
                    <a:pt x="299225" y="505104"/>
                  </a:lnTo>
                  <a:lnTo>
                    <a:pt x="341127" y="493877"/>
                  </a:lnTo>
                  <a:lnTo>
                    <a:pt x="380633" y="475670"/>
                  </a:lnTo>
                  <a:lnTo>
                    <a:pt x="416760" y="450745"/>
                  </a:lnTo>
                  <a:lnTo>
                    <a:pt x="448527" y="419367"/>
                  </a:lnTo>
                  <a:lnTo>
                    <a:pt x="474953" y="381798"/>
                  </a:lnTo>
                  <a:lnTo>
                    <a:pt x="494276" y="340129"/>
                  </a:lnTo>
                  <a:lnTo>
                    <a:pt x="505567" y="296929"/>
                  </a:lnTo>
                  <a:lnTo>
                    <a:pt x="509089" y="253180"/>
                  </a:lnTo>
                  <a:lnTo>
                    <a:pt x="505104" y="209863"/>
                  </a:lnTo>
                  <a:lnTo>
                    <a:pt x="493877" y="167961"/>
                  </a:lnTo>
                  <a:lnTo>
                    <a:pt x="475670" y="128456"/>
                  </a:lnTo>
                  <a:lnTo>
                    <a:pt x="450745" y="92328"/>
                  </a:lnTo>
                  <a:lnTo>
                    <a:pt x="419367" y="60561"/>
                  </a:lnTo>
                  <a:lnTo>
                    <a:pt x="381798" y="34136"/>
                  </a:lnTo>
                  <a:lnTo>
                    <a:pt x="340129" y="14812"/>
                  </a:lnTo>
                  <a:lnTo>
                    <a:pt x="296927" y="3521"/>
                  </a:lnTo>
                  <a:lnTo>
                    <a:pt x="253177" y="0"/>
                  </a:lnTo>
                  <a:close/>
                </a:path>
              </a:pathLst>
            </a:custGeom>
            <a:solidFill>
              <a:srgbClr val="FAC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3080622" y="4052784"/>
              <a:ext cx="229870" cy="252729"/>
            </a:xfrm>
            <a:custGeom>
              <a:avLst/>
              <a:gdLst/>
              <a:ahLst/>
              <a:cxnLst/>
              <a:rect l="l" t="t" r="r" b="b"/>
              <a:pathLst>
                <a:path w="229869" h="252729">
                  <a:moveTo>
                    <a:pt x="175971" y="0"/>
                  </a:moveTo>
                  <a:lnTo>
                    <a:pt x="229323" y="199136"/>
                  </a:lnTo>
                  <a:lnTo>
                    <a:pt x="30200" y="252488"/>
                  </a:lnTo>
                </a:path>
                <a:path w="229869" h="252729">
                  <a:moveTo>
                    <a:pt x="229323" y="199136"/>
                  </a:moveTo>
                  <a:lnTo>
                    <a:pt x="0" y="66725"/>
                  </a:lnTo>
                </a:path>
              </a:pathLst>
            </a:custGeom>
            <a:ln w="39700">
              <a:solidFill>
                <a:srgbClr val="2F2D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925710" y="6979568"/>
            <a:ext cx="4626610" cy="2468880"/>
          </a:xfrm>
          <a:custGeom>
            <a:avLst/>
            <a:gdLst/>
            <a:ahLst/>
            <a:cxnLst/>
            <a:rect l="l" t="t" r="r" b="b"/>
            <a:pathLst>
              <a:path w="4626610" h="2468879">
                <a:moveTo>
                  <a:pt x="228600" y="0"/>
                </a:moveTo>
                <a:lnTo>
                  <a:pt x="4397832" y="0"/>
                </a:lnTo>
                <a:lnTo>
                  <a:pt x="4401578" y="0"/>
                </a:lnTo>
                <a:lnTo>
                  <a:pt x="4405312" y="88"/>
                </a:lnTo>
                <a:lnTo>
                  <a:pt x="4409059" y="279"/>
                </a:lnTo>
                <a:lnTo>
                  <a:pt x="4412792" y="457"/>
                </a:lnTo>
                <a:lnTo>
                  <a:pt x="4416513" y="736"/>
                </a:lnTo>
                <a:lnTo>
                  <a:pt x="4420235" y="1104"/>
                </a:lnTo>
                <a:lnTo>
                  <a:pt x="4423968" y="1473"/>
                </a:lnTo>
                <a:lnTo>
                  <a:pt x="4427677" y="1930"/>
                </a:lnTo>
                <a:lnTo>
                  <a:pt x="4431372" y="2476"/>
                </a:lnTo>
                <a:lnTo>
                  <a:pt x="4435081" y="3022"/>
                </a:lnTo>
                <a:lnTo>
                  <a:pt x="4438764" y="3657"/>
                </a:lnTo>
                <a:lnTo>
                  <a:pt x="4442434" y="4394"/>
                </a:lnTo>
                <a:lnTo>
                  <a:pt x="4446104" y="5118"/>
                </a:lnTo>
                <a:lnTo>
                  <a:pt x="4449749" y="5943"/>
                </a:lnTo>
                <a:lnTo>
                  <a:pt x="4474845" y="13360"/>
                </a:lnTo>
                <a:lnTo>
                  <a:pt x="4478375" y="14617"/>
                </a:lnTo>
                <a:lnTo>
                  <a:pt x="4481855" y="15963"/>
                </a:lnTo>
                <a:lnTo>
                  <a:pt x="4485309" y="17398"/>
                </a:lnTo>
                <a:lnTo>
                  <a:pt x="4488776" y="18834"/>
                </a:lnTo>
                <a:lnTo>
                  <a:pt x="4492193" y="20345"/>
                </a:lnTo>
                <a:lnTo>
                  <a:pt x="4495571" y="21945"/>
                </a:lnTo>
                <a:lnTo>
                  <a:pt x="4498962" y="23545"/>
                </a:lnTo>
                <a:lnTo>
                  <a:pt x="4515358" y="32524"/>
                </a:lnTo>
                <a:lnTo>
                  <a:pt x="4518571" y="34442"/>
                </a:lnTo>
                <a:lnTo>
                  <a:pt x="4521733" y="36448"/>
                </a:lnTo>
                <a:lnTo>
                  <a:pt x="4524844" y="38531"/>
                </a:lnTo>
                <a:lnTo>
                  <a:pt x="4527943" y="40601"/>
                </a:lnTo>
                <a:lnTo>
                  <a:pt x="4542853" y="51892"/>
                </a:lnTo>
                <a:lnTo>
                  <a:pt x="4545749" y="54267"/>
                </a:lnTo>
                <a:lnTo>
                  <a:pt x="4567212" y="75082"/>
                </a:lnTo>
                <a:lnTo>
                  <a:pt x="4569726" y="77850"/>
                </a:lnTo>
                <a:lnTo>
                  <a:pt x="4593907" y="111074"/>
                </a:lnTo>
                <a:lnTo>
                  <a:pt x="4599444" y="120840"/>
                </a:lnTo>
                <a:lnTo>
                  <a:pt x="4601210" y="124142"/>
                </a:lnTo>
                <a:lnTo>
                  <a:pt x="4602886" y="127482"/>
                </a:lnTo>
                <a:lnTo>
                  <a:pt x="4604486" y="130860"/>
                </a:lnTo>
                <a:lnTo>
                  <a:pt x="4606086" y="134238"/>
                </a:lnTo>
                <a:lnTo>
                  <a:pt x="4607598" y="137667"/>
                </a:lnTo>
                <a:lnTo>
                  <a:pt x="4609033" y="141122"/>
                </a:lnTo>
                <a:lnTo>
                  <a:pt x="4610468" y="144576"/>
                </a:lnTo>
                <a:lnTo>
                  <a:pt x="4619586" y="173050"/>
                </a:lnTo>
                <a:lnTo>
                  <a:pt x="4620501" y="176682"/>
                </a:lnTo>
                <a:lnTo>
                  <a:pt x="4621314" y="180327"/>
                </a:lnTo>
                <a:lnTo>
                  <a:pt x="4622038" y="183997"/>
                </a:lnTo>
                <a:lnTo>
                  <a:pt x="4622774" y="187667"/>
                </a:lnTo>
                <a:lnTo>
                  <a:pt x="4623409" y="191350"/>
                </a:lnTo>
                <a:lnTo>
                  <a:pt x="4623955" y="195059"/>
                </a:lnTo>
                <a:lnTo>
                  <a:pt x="4624514" y="198754"/>
                </a:lnTo>
                <a:lnTo>
                  <a:pt x="4624971" y="202476"/>
                </a:lnTo>
                <a:lnTo>
                  <a:pt x="4625327" y="206197"/>
                </a:lnTo>
                <a:lnTo>
                  <a:pt x="4625695" y="209918"/>
                </a:lnTo>
                <a:lnTo>
                  <a:pt x="4625975" y="213652"/>
                </a:lnTo>
                <a:lnTo>
                  <a:pt x="4626152" y="217385"/>
                </a:lnTo>
                <a:lnTo>
                  <a:pt x="4626343" y="221119"/>
                </a:lnTo>
                <a:lnTo>
                  <a:pt x="4626432" y="224853"/>
                </a:lnTo>
                <a:lnTo>
                  <a:pt x="4626432" y="228599"/>
                </a:lnTo>
                <a:lnTo>
                  <a:pt x="4626432" y="2240127"/>
                </a:lnTo>
                <a:lnTo>
                  <a:pt x="4626432" y="2243861"/>
                </a:lnTo>
                <a:lnTo>
                  <a:pt x="4626343" y="2247607"/>
                </a:lnTo>
                <a:lnTo>
                  <a:pt x="4626152" y="2251341"/>
                </a:lnTo>
                <a:lnTo>
                  <a:pt x="4625975" y="2255075"/>
                </a:lnTo>
                <a:lnTo>
                  <a:pt x="4625695" y="2258809"/>
                </a:lnTo>
                <a:lnTo>
                  <a:pt x="4625327" y="2262530"/>
                </a:lnTo>
                <a:lnTo>
                  <a:pt x="4624971" y="2266251"/>
                </a:lnTo>
                <a:lnTo>
                  <a:pt x="4624514" y="2269959"/>
                </a:lnTo>
                <a:lnTo>
                  <a:pt x="4623955" y="2273668"/>
                </a:lnTo>
                <a:lnTo>
                  <a:pt x="4623409" y="2277363"/>
                </a:lnTo>
                <a:lnTo>
                  <a:pt x="4622774" y="2281059"/>
                </a:lnTo>
                <a:lnTo>
                  <a:pt x="4622038" y="2284729"/>
                </a:lnTo>
                <a:lnTo>
                  <a:pt x="4621314" y="2288387"/>
                </a:lnTo>
                <a:lnTo>
                  <a:pt x="4620501" y="2292045"/>
                </a:lnTo>
                <a:lnTo>
                  <a:pt x="4619586" y="2295664"/>
                </a:lnTo>
                <a:lnTo>
                  <a:pt x="4618685" y="2299296"/>
                </a:lnTo>
                <a:lnTo>
                  <a:pt x="4604486" y="2337866"/>
                </a:lnTo>
                <a:lnTo>
                  <a:pt x="4599444" y="2347887"/>
                </a:lnTo>
                <a:lnTo>
                  <a:pt x="4597679" y="2351189"/>
                </a:lnTo>
                <a:lnTo>
                  <a:pt x="4574540" y="2385148"/>
                </a:lnTo>
                <a:lnTo>
                  <a:pt x="4572165" y="2388044"/>
                </a:lnTo>
                <a:lnTo>
                  <a:pt x="4569726" y="2390876"/>
                </a:lnTo>
                <a:lnTo>
                  <a:pt x="4567212" y="2393645"/>
                </a:lnTo>
                <a:lnTo>
                  <a:pt x="4564710" y="2396413"/>
                </a:lnTo>
                <a:lnTo>
                  <a:pt x="4542853" y="2416835"/>
                </a:lnTo>
                <a:lnTo>
                  <a:pt x="4539957" y="2419210"/>
                </a:lnTo>
                <a:lnTo>
                  <a:pt x="4524844" y="2430195"/>
                </a:lnTo>
                <a:lnTo>
                  <a:pt x="4521733" y="2432278"/>
                </a:lnTo>
                <a:lnTo>
                  <a:pt x="4505591" y="2441740"/>
                </a:lnTo>
                <a:lnTo>
                  <a:pt x="4502302" y="2443505"/>
                </a:lnTo>
                <a:lnTo>
                  <a:pt x="4498962" y="2445181"/>
                </a:lnTo>
                <a:lnTo>
                  <a:pt x="4495571" y="2446769"/>
                </a:lnTo>
                <a:lnTo>
                  <a:pt x="4492193" y="2448369"/>
                </a:lnTo>
                <a:lnTo>
                  <a:pt x="4464202" y="2458872"/>
                </a:lnTo>
                <a:lnTo>
                  <a:pt x="4460608" y="2459964"/>
                </a:lnTo>
                <a:lnTo>
                  <a:pt x="4457001" y="2460955"/>
                </a:lnTo>
                <a:lnTo>
                  <a:pt x="4453369" y="2461869"/>
                </a:lnTo>
                <a:lnTo>
                  <a:pt x="4449749" y="2462783"/>
                </a:lnTo>
                <a:lnTo>
                  <a:pt x="4446104" y="2463609"/>
                </a:lnTo>
                <a:lnTo>
                  <a:pt x="4442434" y="2464333"/>
                </a:lnTo>
                <a:lnTo>
                  <a:pt x="4438764" y="2465057"/>
                </a:lnTo>
                <a:lnTo>
                  <a:pt x="4435081" y="2465704"/>
                </a:lnTo>
                <a:lnTo>
                  <a:pt x="4431372" y="2466251"/>
                </a:lnTo>
                <a:lnTo>
                  <a:pt x="4427677" y="2466797"/>
                </a:lnTo>
                <a:lnTo>
                  <a:pt x="4423968" y="2467254"/>
                </a:lnTo>
                <a:lnTo>
                  <a:pt x="4420235" y="2467622"/>
                </a:lnTo>
                <a:lnTo>
                  <a:pt x="4416513" y="2467990"/>
                </a:lnTo>
                <a:lnTo>
                  <a:pt x="4412792" y="2468270"/>
                </a:lnTo>
                <a:lnTo>
                  <a:pt x="4409059" y="2468448"/>
                </a:lnTo>
                <a:lnTo>
                  <a:pt x="4405312" y="2468638"/>
                </a:lnTo>
                <a:lnTo>
                  <a:pt x="4401578" y="2468727"/>
                </a:lnTo>
                <a:lnTo>
                  <a:pt x="4397832" y="2468727"/>
                </a:lnTo>
                <a:lnTo>
                  <a:pt x="228600" y="2468727"/>
                </a:lnTo>
                <a:lnTo>
                  <a:pt x="224853" y="2468727"/>
                </a:lnTo>
                <a:lnTo>
                  <a:pt x="221119" y="2468638"/>
                </a:lnTo>
                <a:lnTo>
                  <a:pt x="217385" y="2468448"/>
                </a:lnTo>
                <a:lnTo>
                  <a:pt x="213652" y="2468270"/>
                </a:lnTo>
                <a:lnTo>
                  <a:pt x="209918" y="2467990"/>
                </a:lnTo>
                <a:lnTo>
                  <a:pt x="206197" y="2467622"/>
                </a:lnTo>
                <a:lnTo>
                  <a:pt x="202476" y="2467254"/>
                </a:lnTo>
                <a:lnTo>
                  <a:pt x="198755" y="2466797"/>
                </a:lnTo>
                <a:lnTo>
                  <a:pt x="195059" y="2466251"/>
                </a:lnTo>
                <a:lnTo>
                  <a:pt x="191350" y="2465704"/>
                </a:lnTo>
                <a:lnTo>
                  <a:pt x="162242" y="2458872"/>
                </a:lnTo>
                <a:lnTo>
                  <a:pt x="158661" y="2457792"/>
                </a:lnTo>
                <a:lnTo>
                  <a:pt x="130860" y="2446769"/>
                </a:lnTo>
                <a:lnTo>
                  <a:pt x="127482" y="2445181"/>
                </a:lnTo>
                <a:lnTo>
                  <a:pt x="101600" y="2430195"/>
                </a:lnTo>
                <a:lnTo>
                  <a:pt x="98488" y="2428125"/>
                </a:lnTo>
                <a:lnTo>
                  <a:pt x="83578" y="2416835"/>
                </a:lnTo>
                <a:lnTo>
                  <a:pt x="80683" y="2414460"/>
                </a:lnTo>
                <a:lnTo>
                  <a:pt x="77851" y="2412022"/>
                </a:lnTo>
                <a:lnTo>
                  <a:pt x="75082" y="2409507"/>
                </a:lnTo>
                <a:lnTo>
                  <a:pt x="72313" y="2406992"/>
                </a:lnTo>
                <a:lnTo>
                  <a:pt x="59220" y="2393645"/>
                </a:lnTo>
                <a:lnTo>
                  <a:pt x="56705" y="2390876"/>
                </a:lnTo>
                <a:lnTo>
                  <a:pt x="54267" y="2388044"/>
                </a:lnTo>
                <a:lnTo>
                  <a:pt x="51892" y="2385148"/>
                </a:lnTo>
                <a:lnTo>
                  <a:pt x="49517" y="2382253"/>
                </a:lnTo>
                <a:lnTo>
                  <a:pt x="38531" y="2367127"/>
                </a:lnTo>
                <a:lnTo>
                  <a:pt x="36448" y="2364016"/>
                </a:lnTo>
                <a:lnTo>
                  <a:pt x="34442" y="2360853"/>
                </a:lnTo>
                <a:lnTo>
                  <a:pt x="32524" y="2357653"/>
                </a:lnTo>
                <a:lnTo>
                  <a:pt x="30594" y="2354440"/>
                </a:lnTo>
                <a:lnTo>
                  <a:pt x="13360" y="2317140"/>
                </a:lnTo>
                <a:lnTo>
                  <a:pt x="4394" y="2284729"/>
                </a:lnTo>
                <a:lnTo>
                  <a:pt x="3657" y="2281059"/>
                </a:lnTo>
                <a:lnTo>
                  <a:pt x="1104" y="2262530"/>
                </a:lnTo>
                <a:lnTo>
                  <a:pt x="736" y="2258809"/>
                </a:lnTo>
                <a:lnTo>
                  <a:pt x="457" y="2255075"/>
                </a:lnTo>
                <a:lnTo>
                  <a:pt x="279" y="2251341"/>
                </a:lnTo>
                <a:lnTo>
                  <a:pt x="88" y="2247607"/>
                </a:lnTo>
                <a:lnTo>
                  <a:pt x="0" y="2243861"/>
                </a:lnTo>
                <a:lnTo>
                  <a:pt x="0" y="2240127"/>
                </a:lnTo>
                <a:lnTo>
                  <a:pt x="0" y="228599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4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7"/>
                </a:lnTo>
                <a:lnTo>
                  <a:pt x="20345" y="134238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599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0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5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8"/>
                </a:lnTo>
                <a:lnTo>
                  <a:pt x="107861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8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50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68325" y="7198714"/>
            <a:ext cx="3881120" cy="194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solidFill>
                  <a:srgbClr val="2F2D2E"/>
                </a:solidFill>
                <a:latin typeface="Lucida Sans Unicode"/>
                <a:cs typeface="Lucida Sans Unicode"/>
              </a:rPr>
              <a:t>EVENTURA</a:t>
            </a:r>
            <a:endParaRPr sz="2700">
              <a:latin typeface="Lucida Sans Unicode"/>
              <a:cs typeface="Lucida Sans Unicode"/>
            </a:endParaRPr>
          </a:p>
          <a:p>
            <a:pPr marL="224790" marR="66675" indent="-212725">
              <a:lnSpc>
                <a:spcPct val="101499"/>
              </a:lnSpc>
              <a:spcBef>
                <a:spcPts val="185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 spc="75">
                <a:solidFill>
                  <a:srgbClr val="2F2D2E"/>
                </a:solidFill>
                <a:latin typeface="Lucida Sans Unicode"/>
                <a:cs typeface="Lucida Sans Unicode"/>
              </a:rPr>
              <a:t>One</a:t>
            </a:r>
            <a:r>
              <a:rPr dirty="0" sz="1950" spc="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Platform.</a:t>
            </a:r>
            <a:r>
              <a:rPr dirty="0" sz="1950" spc="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Every</a:t>
            </a:r>
            <a:r>
              <a:rPr dirty="0" sz="1950" spc="3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130">
                <a:solidFill>
                  <a:srgbClr val="2F2D2E"/>
                </a:solidFill>
                <a:latin typeface="Lucida Sans Unicode"/>
                <a:cs typeface="Lucida Sans Unicode"/>
              </a:rPr>
              <a:t>Campus </a:t>
            </a:r>
            <a:r>
              <a:rPr dirty="0" sz="1950" spc="13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950" spc="-10">
                <a:solidFill>
                  <a:srgbClr val="2F2D2E"/>
                </a:solidFill>
                <a:latin typeface="Lucida Sans Unicode"/>
                <a:cs typeface="Lucida Sans Unicode"/>
              </a:rPr>
              <a:t>Event.</a:t>
            </a:r>
            <a:endParaRPr sz="1950">
              <a:latin typeface="Lucida Sans Unicode"/>
              <a:cs typeface="Lucida Sans Unicode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Centralized</a:t>
            </a:r>
            <a:r>
              <a:rPr dirty="0" sz="1950" spc="24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lifecycle:</a:t>
            </a:r>
            <a:r>
              <a:rPr dirty="0" sz="1950" spc="2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50">
                <a:solidFill>
                  <a:srgbClr val="2F2D2E"/>
                </a:solidFill>
                <a:latin typeface="Lucida Sans Unicode"/>
                <a:cs typeface="Lucida Sans Unicode"/>
              </a:rPr>
              <a:t>create, </a:t>
            </a:r>
            <a:r>
              <a:rPr dirty="0" sz="1950" spc="5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950" spc="60">
                <a:solidFill>
                  <a:srgbClr val="2F2D2E"/>
                </a:solidFill>
                <a:latin typeface="Lucida Sans Unicode"/>
                <a:cs typeface="Lucida Sans Unicode"/>
              </a:rPr>
              <a:t>approve,</a:t>
            </a:r>
            <a:r>
              <a:rPr dirty="0" sz="19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50">
                <a:solidFill>
                  <a:srgbClr val="2F2D2E"/>
                </a:solidFill>
                <a:latin typeface="Lucida Sans Unicode"/>
                <a:cs typeface="Lucida Sans Unicode"/>
              </a:rPr>
              <a:t>run,</a:t>
            </a:r>
            <a:r>
              <a:rPr dirty="0" sz="19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70">
                <a:solidFill>
                  <a:srgbClr val="2F2D2E"/>
                </a:solidFill>
                <a:latin typeface="Lucida Sans Unicode"/>
                <a:cs typeface="Lucida Sans Unicode"/>
              </a:rPr>
              <a:t>analyze</a:t>
            </a:r>
            <a:r>
              <a:rPr dirty="0" sz="19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2F2D2E"/>
                </a:solidFill>
                <a:latin typeface="Lucida Sans Unicode"/>
                <a:cs typeface="Lucida Sans Unicode"/>
              </a:rPr>
              <a:t>events.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30814" y="6979568"/>
            <a:ext cx="4626610" cy="2468880"/>
          </a:xfrm>
          <a:custGeom>
            <a:avLst/>
            <a:gdLst/>
            <a:ahLst/>
            <a:cxnLst/>
            <a:rect l="l" t="t" r="r" b="b"/>
            <a:pathLst>
              <a:path w="4626609" h="2468879">
                <a:moveTo>
                  <a:pt x="228600" y="0"/>
                </a:moveTo>
                <a:lnTo>
                  <a:pt x="4397832" y="0"/>
                </a:lnTo>
                <a:lnTo>
                  <a:pt x="4401578" y="0"/>
                </a:lnTo>
                <a:lnTo>
                  <a:pt x="4405312" y="88"/>
                </a:lnTo>
                <a:lnTo>
                  <a:pt x="4409059" y="279"/>
                </a:lnTo>
                <a:lnTo>
                  <a:pt x="4412792" y="457"/>
                </a:lnTo>
                <a:lnTo>
                  <a:pt x="4416513" y="736"/>
                </a:lnTo>
                <a:lnTo>
                  <a:pt x="4420235" y="1104"/>
                </a:lnTo>
                <a:lnTo>
                  <a:pt x="4423968" y="1473"/>
                </a:lnTo>
                <a:lnTo>
                  <a:pt x="4427677" y="1930"/>
                </a:lnTo>
                <a:lnTo>
                  <a:pt x="4431372" y="2476"/>
                </a:lnTo>
                <a:lnTo>
                  <a:pt x="4435081" y="3022"/>
                </a:lnTo>
                <a:lnTo>
                  <a:pt x="4438764" y="3657"/>
                </a:lnTo>
                <a:lnTo>
                  <a:pt x="4442434" y="4394"/>
                </a:lnTo>
                <a:lnTo>
                  <a:pt x="4446104" y="5118"/>
                </a:lnTo>
                <a:lnTo>
                  <a:pt x="4449749" y="5943"/>
                </a:lnTo>
                <a:lnTo>
                  <a:pt x="4474845" y="13360"/>
                </a:lnTo>
                <a:lnTo>
                  <a:pt x="4478375" y="14617"/>
                </a:lnTo>
                <a:lnTo>
                  <a:pt x="4481855" y="15963"/>
                </a:lnTo>
                <a:lnTo>
                  <a:pt x="4485309" y="17398"/>
                </a:lnTo>
                <a:lnTo>
                  <a:pt x="4488776" y="18834"/>
                </a:lnTo>
                <a:lnTo>
                  <a:pt x="4492193" y="20345"/>
                </a:lnTo>
                <a:lnTo>
                  <a:pt x="4495571" y="21945"/>
                </a:lnTo>
                <a:lnTo>
                  <a:pt x="4498962" y="23545"/>
                </a:lnTo>
                <a:lnTo>
                  <a:pt x="4515358" y="32524"/>
                </a:lnTo>
                <a:lnTo>
                  <a:pt x="4518571" y="34442"/>
                </a:lnTo>
                <a:lnTo>
                  <a:pt x="4521733" y="36448"/>
                </a:lnTo>
                <a:lnTo>
                  <a:pt x="4524844" y="38531"/>
                </a:lnTo>
                <a:lnTo>
                  <a:pt x="4527943" y="40601"/>
                </a:lnTo>
                <a:lnTo>
                  <a:pt x="4542853" y="51892"/>
                </a:lnTo>
                <a:lnTo>
                  <a:pt x="4545749" y="54267"/>
                </a:lnTo>
                <a:lnTo>
                  <a:pt x="4548581" y="56705"/>
                </a:lnTo>
                <a:lnTo>
                  <a:pt x="4551349" y="59220"/>
                </a:lnTo>
                <a:lnTo>
                  <a:pt x="4554131" y="61734"/>
                </a:lnTo>
                <a:lnTo>
                  <a:pt x="4567212" y="75082"/>
                </a:lnTo>
                <a:lnTo>
                  <a:pt x="4569726" y="77850"/>
                </a:lnTo>
                <a:lnTo>
                  <a:pt x="4593907" y="111074"/>
                </a:lnTo>
                <a:lnTo>
                  <a:pt x="4599444" y="120840"/>
                </a:lnTo>
                <a:lnTo>
                  <a:pt x="4601210" y="124142"/>
                </a:lnTo>
                <a:lnTo>
                  <a:pt x="4602886" y="127482"/>
                </a:lnTo>
                <a:lnTo>
                  <a:pt x="4604486" y="130860"/>
                </a:lnTo>
                <a:lnTo>
                  <a:pt x="4606086" y="134238"/>
                </a:lnTo>
                <a:lnTo>
                  <a:pt x="4607598" y="137667"/>
                </a:lnTo>
                <a:lnTo>
                  <a:pt x="4609033" y="141122"/>
                </a:lnTo>
                <a:lnTo>
                  <a:pt x="4610468" y="144576"/>
                </a:lnTo>
                <a:lnTo>
                  <a:pt x="4611814" y="148069"/>
                </a:lnTo>
                <a:lnTo>
                  <a:pt x="4613071" y="151587"/>
                </a:lnTo>
                <a:lnTo>
                  <a:pt x="4614329" y="155105"/>
                </a:lnTo>
                <a:lnTo>
                  <a:pt x="4622038" y="183997"/>
                </a:lnTo>
                <a:lnTo>
                  <a:pt x="4622774" y="187667"/>
                </a:lnTo>
                <a:lnTo>
                  <a:pt x="4623409" y="191350"/>
                </a:lnTo>
                <a:lnTo>
                  <a:pt x="4623955" y="195059"/>
                </a:lnTo>
                <a:lnTo>
                  <a:pt x="4624514" y="198754"/>
                </a:lnTo>
                <a:lnTo>
                  <a:pt x="4624971" y="202476"/>
                </a:lnTo>
                <a:lnTo>
                  <a:pt x="4625327" y="206197"/>
                </a:lnTo>
                <a:lnTo>
                  <a:pt x="4625695" y="209918"/>
                </a:lnTo>
                <a:lnTo>
                  <a:pt x="4625975" y="213652"/>
                </a:lnTo>
                <a:lnTo>
                  <a:pt x="4626165" y="217385"/>
                </a:lnTo>
                <a:lnTo>
                  <a:pt x="4626343" y="221119"/>
                </a:lnTo>
                <a:lnTo>
                  <a:pt x="4626432" y="224853"/>
                </a:lnTo>
                <a:lnTo>
                  <a:pt x="4626432" y="228599"/>
                </a:lnTo>
                <a:lnTo>
                  <a:pt x="4626432" y="2240127"/>
                </a:lnTo>
                <a:lnTo>
                  <a:pt x="4626432" y="2243861"/>
                </a:lnTo>
                <a:lnTo>
                  <a:pt x="4626343" y="2247607"/>
                </a:lnTo>
                <a:lnTo>
                  <a:pt x="4626165" y="2251341"/>
                </a:lnTo>
                <a:lnTo>
                  <a:pt x="4625975" y="2255075"/>
                </a:lnTo>
                <a:lnTo>
                  <a:pt x="4625695" y="2258809"/>
                </a:lnTo>
                <a:lnTo>
                  <a:pt x="4625327" y="2262530"/>
                </a:lnTo>
                <a:lnTo>
                  <a:pt x="4624971" y="2266251"/>
                </a:lnTo>
                <a:lnTo>
                  <a:pt x="4624514" y="2269959"/>
                </a:lnTo>
                <a:lnTo>
                  <a:pt x="4623955" y="2273668"/>
                </a:lnTo>
                <a:lnTo>
                  <a:pt x="4623409" y="2277363"/>
                </a:lnTo>
                <a:lnTo>
                  <a:pt x="4622774" y="2281059"/>
                </a:lnTo>
                <a:lnTo>
                  <a:pt x="4622038" y="2284729"/>
                </a:lnTo>
                <a:lnTo>
                  <a:pt x="4621314" y="2288387"/>
                </a:lnTo>
                <a:lnTo>
                  <a:pt x="4620488" y="2292045"/>
                </a:lnTo>
                <a:lnTo>
                  <a:pt x="4619586" y="2295664"/>
                </a:lnTo>
                <a:lnTo>
                  <a:pt x="4618685" y="2299296"/>
                </a:lnTo>
                <a:lnTo>
                  <a:pt x="4604486" y="2337866"/>
                </a:lnTo>
                <a:lnTo>
                  <a:pt x="4599444" y="2347887"/>
                </a:lnTo>
                <a:lnTo>
                  <a:pt x="4597679" y="2351189"/>
                </a:lnTo>
                <a:lnTo>
                  <a:pt x="4574540" y="2385148"/>
                </a:lnTo>
                <a:lnTo>
                  <a:pt x="4572165" y="2388044"/>
                </a:lnTo>
                <a:lnTo>
                  <a:pt x="4569726" y="2390876"/>
                </a:lnTo>
                <a:lnTo>
                  <a:pt x="4567212" y="2393645"/>
                </a:lnTo>
                <a:lnTo>
                  <a:pt x="4564710" y="2396413"/>
                </a:lnTo>
                <a:lnTo>
                  <a:pt x="4551349" y="2409507"/>
                </a:lnTo>
                <a:lnTo>
                  <a:pt x="4548581" y="2412022"/>
                </a:lnTo>
                <a:lnTo>
                  <a:pt x="4545749" y="2414460"/>
                </a:lnTo>
                <a:lnTo>
                  <a:pt x="4542853" y="2416835"/>
                </a:lnTo>
                <a:lnTo>
                  <a:pt x="4539957" y="2419210"/>
                </a:lnTo>
                <a:lnTo>
                  <a:pt x="4524844" y="2430195"/>
                </a:lnTo>
                <a:lnTo>
                  <a:pt x="4521733" y="2432278"/>
                </a:lnTo>
                <a:lnTo>
                  <a:pt x="4495571" y="2446769"/>
                </a:lnTo>
                <a:lnTo>
                  <a:pt x="4492193" y="2448369"/>
                </a:lnTo>
                <a:lnTo>
                  <a:pt x="4464189" y="2458872"/>
                </a:lnTo>
                <a:lnTo>
                  <a:pt x="4460608" y="2459964"/>
                </a:lnTo>
                <a:lnTo>
                  <a:pt x="4457001" y="2460955"/>
                </a:lnTo>
                <a:lnTo>
                  <a:pt x="4453369" y="2461869"/>
                </a:lnTo>
                <a:lnTo>
                  <a:pt x="4449749" y="2462783"/>
                </a:lnTo>
                <a:lnTo>
                  <a:pt x="4446104" y="2463609"/>
                </a:lnTo>
                <a:lnTo>
                  <a:pt x="4442434" y="2464333"/>
                </a:lnTo>
                <a:lnTo>
                  <a:pt x="4438764" y="2465057"/>
                </a:lnTo>
                <a:lnTo>
                  <a:pt x="4435081" y="2465704"/>
                </a:lnTo>
                <a:lnTo>
                  <a:pt x="4431372" y="2466251"/>
                </a:lnTo>
                <a:lnTo>
                  <a:pt x="4427677" y="2466797"/>
                </a:lnTo>
                <a:lnTo>
                  <a:pt x="4423968" y="2467254"/>
                </a:lnTo>
                <a:lnTo>
                  <a:pt x="4420235" y="2467622"/>
                </a:lnTo>
                <a:lnTo>
                  <a:pt x="4416513" y="2467990"/>
                </a:lnTo>
                <a:lnTo>
                  <a:pt x="4412792" y="2468270"/>
                </a:lnTo>
                <a:lnTo>
                  <a:pt x="4409059" y="2468448"/>
                </a:lnTo>
                <a:lnTo>
                  <a:pt x="4405312" y="2468638"/>
                </a:lnTo>
                <a:lnTo>
                  <a:pt x="4401578" y="2468727"/>
                </a:lnTo>
                <a:lnTo>
                  <a:pt x="4397832" y="2468727"/>
                </a:lnTo>
                <a:lnTo>
                  <a:pt x="228600" y="2468727"/>
                </a:lnTo>
                <a:lnTo>
                  <a:pt x="224853" y="2468727"/>
                </a:lnTo>
                <a:lnTo>
                  <a:pt x="221119" y="2468638"/>
                </a:lnTo>
                <a:lnTo>
                  <a:pt x="217385" y="2468448"/>
                </a:lnTo>
                <a:lnTo>
                  <a:pt x="213652" y="2468270"/>
                </a:lnTo>
                <a:lnTo>
                  <a:pt x="209918" y="2467990"/>
                </a:lnTo>
                <a:lnTo>
                  <a:pt x="206197" y="2467622"/>
                </a:lnTo>
                <a:lnTo>
                  <a:pt x="202476" y="2467254"/>
                </a:lnTo>
                <a:lnTo>
                  <a:pt x="162242" y="2458872"/>
                </a:lnTo>
                <a:lnTo>
                  <a:pt x="158661" y="2457792"/>
                </a:lnTo>
                <a:lnTo>
                  <a:pt x="130860" y="2446769"/>
                </a:lnTo>
                <a:lnTo>
                  <a:pt x="127482" y="2445181"/>
                </a:lnTo>
                <a:lnTo>
                  <a:pt x="101600" y="2430195"/>
                </a:lnTo>
                <a:lnTo>
                  <a:pt x="98488" y="2428125"/>
                </a:lnTo>
                <a:lnTo>
                  <a:pt x="83578" y="2416835"/>
                </a:lnTo>
                <a:lnTo>
                  <a:pt x="80683" y="2414460"/>
                </a:lnTo>
                <a:lnTo>
                  <a:pt x="77851" y="2412022"/>
                </a:lnTo>
                <a:lnTo>
                  <a:pt x="75082" y="2409507"/>
                </a:lnTo>
                <a:lnTo>
                  <a:pt x="72313" y="2406992"/>
                </a:lnTo>
                <a:lnTo>
                  <a:pt x="59220" y="2393645"/>
                </a:lnTo>
                <a:lnTo>
                  <a:pt x="56705" y="2390876"/>
                </a:lnTo>
                <a:lnTo>
                  <a:pt x="54267" y="2388044"/>
                </a:lnTo>
                <a:lnTo>
                  <a:pt x="51892" y="2385148"/>
                </a:lnTo>
                <a:lnTo>
                  <a:pt x="49517" y="2382253"/>
                </a:lnTo>
                <a:lnTo>
                  <a:pt x="38531" y="2367127"/>
                </a:lnTo>
                <a:lnTo>
                  <a:pt x="36448" y="2364016"/>
                </a:lnTo>
                <a:lnTo>
                  <a:pt x="34442" y="2360853"/>
                </a:lnTo>
                <a:lnTo>
                  <a:pt x="32524" y="2357653"/>
                </a:lnTo>
                <a:lnTo>
                  <a:pt x="30594" y="2354440"/>
                </a:lnTo>
                <a:lnTo>
                  <a:pt x="13360" y="2317140"/>
                </a:lnTo>
                <a:lnTo>
                  <a:pt x="4394" y="2284729"/>
                </a:lnTo>
                <a:lnTo>
                  <a:pt x="3657" y="2281059"/>
                </a:lnTo>
                <a:lnTo>
                  <a:pt x="1104" y="2262530"/>
                </a:lnTo>
                <a:lnTo>
                  <a:pt x="736" y="2258809"/>
                </a:lnTo>
                <a:lnTo>
                  <a:pt x="457" y="2255075"/>
                </a:lnTo>
                <a:lnTo>
                  <a:pt x="279" y="2251341"/>
                </a:lnTo>
                <a:lnTo>
                  <a:pt x="88" y="2247607"/>
                </a:lnTo>
                <a:lnTo>
                  <a:pt x="0" y="2243861"/>
                </a:lnTo>
                <a:lnTo>
                  <a:pt x="0" y="2240127"/>
                </a:lnTo>
                <a:lnTo>
                  <a:pt x="0" y="228599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4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7"/>
                </a:lnTo>
                <a:lnTo>
                  <a:pt x="20345" y="134238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599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0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5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8"/>
                </a:lnTo>
                <a:lnTo>
                  <a:pt x="107861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8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63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941870" y="6997658"/>
            <a:ext cx="4387850" cy="2070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50">
                <a:solidFill>
                  <a:srgbClr val="2F2D2E"/>
                </a:solidFill>
                <a:latin typeface="Lucida Sans Unicode"/>
                <a:cs typeface="Lucida Sans Unicode"/>
              </a:rPr>
              <a:t>Presentation</a:t>
            </a:r>
            <a:r>
              <a:rPr dirty="0" sz="2700" spc="-8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75">
                <a:solidFill>
                  <a:srgbClr val="2F2D2E"/>
                </a:solidFill>
                <a:latin typeface="Lucida Sans Unicode"/>
                <a:cs typeface="Lucida Sans Unicode"/>
              </a:rPr>
              <a:t>By</a:t>
            </a:r>
            <a:endParaRPr sz="2700">
              <a:latin typeface="Lucida Sans Unicode"/>
              <a:cs typeface="Lucida Sans Unicode"/>
            </a:endParaRPr>
          </a:p>
          <a:p>
            <a:pPr marL="225425" indent="-212725">
              <a:lnSpc>
                <a:spcPct val="100000"/>
              </a:lnSpc>
              <a:spcBef>
                <a:spcPts val="188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 spc="100">
                <a:solidFill>
                  <a:srgbClr val="2F2D2E"/>
                </a:solidFill>
                <a:latin typeface="Lucida Sans Unicode"/>
                <a:cs typeface="Lucida Sans Unicode"/>
              </a:rPr>
              <a:t>Team</a:t>
            </a:r>
            <a:r>
              <a:rPr dirty="0" sz="1950" spc="-8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204">
                <a:solidFill>
                  <a:srgbClr val="2F2D2E"/>
                </a:solidFill>
                <a:latin typeface="Lucida Sans Unicode"/>
                <a:cs typeface="Lucida Sans Unicode"/>
              </a:rPr>
              <a:t>:</a:t>
            </a:r>
            <a:r>
              <a:rPr dirty="0" sz="1950" spc="-7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55">
                <a:solidFill>
                  <a:srgbClr val="2F2D2E"/>
                </a:solidFill>
                <a:latin typeface="Lucida Sans Unicode"/>
                <a:cs typeface="Lucida Sans Unicode"/>
              </a:rPr>
              <a:t>CodieX</a:t>
            </a:r>
            <a:endParaRPr sz="1950">
              <a:latin typeface="Lucida Sans Unicode"/>
              <a:cs typeface="Lucida Sans Unicode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 spc="70">
                <a:solidFill>
                  <a:srgbClr val="2F2D2E"/>
                </a:solidFill>
                <a:latin typeface="Lucida Sans Unicode"/>
                <a:cs typeface="Lucida Sans Unicode"/>
              </a:rPr>
              <a:t>Members</a:t>
            </a:r>
            <a:r>
              <a:rPr dirty="0" sz="1950" spc="-7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204">
                <a:solidFill>
                  <a:srgbClr val="2F2D2E"/>
                </a:solidFill>
                <a:latin typeface="Lucida Sans Unicode"/>
                <a:cs typeface="Lucida Sans Unicode"/>
              </a:rPr>
              <a:t>:</a:t>
            </a:r>
            <a:r>
              <a:rPr dirty="0" sz="1950" spc="-7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75">
                <a:solidFill>
                  <a:srgbClr val="2F2D2E"/>
                </a:solidFill>
                <a:latin typeface="Lucida Sans Unicode"/>
                <a:cs typeface="Lucida Sans Unicode"/>
              </a:rPr>
              <a:t>Prathmesh</a:t>
            </a:r>
            <a:r>
              <a:rPr dirty="0" sz="19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75">
                <a:solidFill>
                  <a:srgbClr val="2F2D2E"/>
                </a:solidFill>
                <a:latin typeface="Lucida Sans Unicode"/>
                <a:cs typeface="Lucida Sans Unicode"/>
              </a:rPr>
              <a:t>Chaudhari</a:t>
            </a:r>
            <a:endParaRPr sz="1950">
              <a:latin typeface="Lucida Sans Unicode"/>
              <a:cs typeface="Lucida Sans Unicode"/>
            </a:endParaRPr>
          </a:p>
          <a:p>
            <a:pPr marL="1623695">
              <a:lnSpc>
                <a:spcPct val="100000"/>
              </a:lnSpc>
              <a:spcBef>
                <a:spcPts val="535"/>
              </a:spcBef>
            </a:pP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Rishika</a:t>
            </a:r>
            <a:r>
              <a:rPr dirty="0" sz="19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80">
                <a:solidFill>
                  <a:srgbClr val="2F2D2E"/>
                </a:solidFill>
                <a:latin typeface="Lucida Sans Unicode"/>
                <a:cs typeface="Lucida Sans Unicode"/>
              </a:rPr>
              <a:t>Dhamak</a:t>
            </a:r>
            <a:endParaRPr sz="1950">
              <a:latin typeface="Lucida Sans Unicode"/>
              <a:cs typeface="Lucida Sans Unicode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For</a:t>
            </a:r>
            <a:r>
              <a:rPr dirty="0" sz="19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204">
                <a:solidFill>
                  <a:srgbClr val="2F2D2E"/>
                </a:solidFill>
                <a:latin typeface="Lucida Sans Unicode"/>
                <a:cs typeface="Lucida Sans Unicode"/>
              </a:rPr>
              <a:t>:</a:t>
            </a:r>
            <a:r>
              <a:rPr dirty="0" sz="19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60">
                <a:solidFill>
                  <a:srgbClr val="2F2D2E"/>
                </a:solidFill>
                <a:latin typeface="Lucida Sans Unicode"/>
                <a:cs typeface="Lucida Sans Unicode"/>
              </a:rPr>
              <a:t>TEJAS</a:t>
            </a:r>
            <a:r>
              <a:rPr dirty="0" sz="19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55">
                <a:solidFill>
                  <a:srgbClr val="2F2D2E"/>
                </a:solidFill>
                <a:latin typeface="Lucida Sans Unicode"/>
                <a:cs typeface="Lucida Sans Unicode"/>
              </a:rPr>
              <a:t>India</a:t>
            </a:r>
            <a:r>
              <a:rPr dirty="0" sz="19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75">
                <a:solidFill>
                  <a:srgbClr val="2F2D2E"/>
                </a:solidFill>
                <a:latin typeface="Lucida Sans Unicode"/>
                <a:cs typeface="Lucida Sans Unicode"/>
              </a:rPr>
              <a:t>Hackathon</a:t>
            </a:r>
            <a:r>
              <a:rPr dirty="0" sz="1950" spc="-9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20">
                <a:solidFill>
                  <a:srgbClr val="2F2D2E"/>
                </a:solidFill>
                <a:latin typeface="Lucida Sans Unicode"/>
                <a:cs typeface="Lucida Sans Unicode"/>
              </a:rPr>
              <a:t>2026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735917" y="6979568"/>
            <a:ext cx="4626610" cy="2468880"/>
          </a:xfrm>
          <a:custGeom>
            <a:avLst/>
            <a:gdLst/>
            <a:ahLst/>
            <a:cxnLst/>
            <a:rect l="l" t="t" r="r" b="b"/>
            <a:pathLst>
              <a:path w="4626609" h="2468879">
                <a:moveTo>
                  <a:pt x="228600" y="0"/>
                </a:moveTo>
                <a:lnTo>
                  <a:pt x="4397832" y="0"/>
                </a:lnTo>
                <a:lnTo>
                  <a:pt x="4401578" y="0"/>
                </a:lnTo>
                <a:lnTo>
                  <a:pt x="4405312" y="88"/>
                </a:lnTo>
                <a:lnTo>
                  <a:pt x="4409059" y="279"/>
                </a:lnTo>
                <a:lnTo>
                  <a:pt x="4412792" y="457"/>
                </a:lnTo>
                <a:lnTo>
                  <a:pt x="4416513" y="736"/>
                </a:lnTo>
                <a:lnTo>
                  <a:pt x="4420235" y="1104"/>
                </a:lnTo>
                <a:lnTo>
                  <a:pt x="4423968" y="1473"/>
                </a:lnTo>
                <a:lnTo>
                  <a:pt x="4427677" y="1930"/>
                </a:lnTo>
                <a:lnTo>
                  <a:pt x="4431385" y="2476"/>
                </a:lnTo>
                <a:lnTo>
                  <a:pt x="4435081" y="3022"/>
                </a:lnTo>
                <a:lnTo>
                  <a:pt x="4438764" y="3657"/>
                </a:lnTo>
                <a:lnTo>
                  <a:pt x="4442434" y="4394"/>
                </a:lnTo>
                <a:lnTo>
                  <a:pt x="4446104" y="5118"/>
                </a:lnTo>
                <a:lnTo>
                  <a:pt x="4485309" y="17398"/>
                </a:lnTo>
                <a:lnTo>
                  <a:pt x="4488776" y="18834"/>
                </a:lnTo>
                <a:lnTo>
                  <a:pt x="4492193" y="20345"/>
                </a:lnTo>
                <a:lnTo>
                  <a:pt x="4495571" y="21945"/>
                </a:lnTo>
                <a:lnTo>
                  <a:pt x="4498962" y="23545"/>
                </a:lnTo>
                <a:lnTo>
                  <a:pt x="4515358" y="32524"/>
                </a:lnTo>
                <a:lnTo>
                  <a:pt x="4518571" y="34442"/>
                </a:lnTo>
                <a:lnTo>
                  <a:pt x="4521733" y="36448"/>
                </a:lnTo>
                <a:lnTo>
                  <a:pt x="4524844" y="38531"/>
                </a:lnTo>
                <a:lnTo>
                  <a:pt x="4527956" y="40601"/>
                </a:lnTo>
                <a:lnTo>
                  <a:pt x="4542853" y="51892"/>
                </a:lnTo>
                <a:lnTo>
                  <a:pt x="4545749" y="54267"/>
                </a:lnTo>
                <a:lnTo>
                  <a:pt x="4548581" y="56705"/>
                </a:lnTo>
                <a:lnTo>
                  <a:pt x="4551349" y="59220"/>
                </a:lnTo>
                <a:lnTo>
                  <a:pt x="4554131" y="61734"/>
                </a:lnTo>
                <a:lnTo>
                  <a:pt x="4581448" y="92417"/>
                </a:lnTo>
                <a:lnTo>
                  <a:pt x="4587900" y="101599"/>
                </a:lnTo>
                <a:lnTo>
                  <a:pt x="4589995" y="104711"/>
                </a:lnTo>
                <a:lnTo>
                  <a:pt x="4599444" y="120840"/>
                </a:lnTo>
                <a:lnTo>
                  <a:pt x="4601210" y="124142"/>
                </a:lnTo>
                <a:lnTo>
                  <a:pt x="4602886" y="127482"/>
                </a:lnTo>
                <a:lnTo>
                  <a:pt x="4604486" y="130860"/>
                </a:lnTo>
                <a:lnTo>
                  <a:pt x="4606086" y="134238"/>
                </a:lnTo>
                <a:lnTo>
                  <a:pt x="4607598" y="137667"/>
                </a:lnTo>
                <a:lnTo>
                  <a:pt x="4609033" y="141122"/>
                </a:lnTo>
                <a:lnTo>
                  <a:pt x="4610468" y="144576"/>
                </a:lnTo>
                <a:lnTo>
                  <a:pt x="4611814" y="148069"/>
                </a:lnTo>
                <a:lnTo>
                  <a:pt x="4613071" y="151587"/>
                </a:lnTo>
                <a:lnTo>
                  <a:pt x="4614329" y="155105"/>
                </a:lnTo>
                <a:lnTo>
                  <a:pt x="4615510" y="158661"/>
                </a:lnTo>
                <a:lnTo>
                  <a:pt x="4616589" y="162242"/>
                </a:lnTo>
                <a:lnTo>
                  <a:pt x="4617681" y="165823"/>
                </a:lnTo>
                <a:lnTo>
                  <a:pt x="4622038" y="183997"/>
                </a:lnTo>
                <a:lnTo>
                  <a:pt x="4622774" y="187667"/>
                </a:lnTo>
                <a:lnTo>
                  <a:pt x="4623409" y="191350"/>
                </a:lnTo>
                <a:lnTo>
                  <a:pt x="4623955" y="195059"/>
                </a:lnTo>
                <a:lnTo>
                  <a:pt x="4624514" y="198754"/>
                </a:lnTo>
                <a:lnTo>
                  <a:pt x="4624971" y="202476"/>
                </a:lnTo>
                <a:lnTo>
                  <a:pt x="4625327" y="206197"/>
                </a:lnTo>
                <a:lnTo>
                  <a:pt x="4625695" y="209918"/>
                </a:lnTo>
                <a:lnTo>
                  <a:pt x="4625975" y="213652"/>
                </a:lnTo>
                <a:lnTo>
                  <a:pt x="4626165" y="217385"/>
                </a:lnTo>
                <a:lnTo>
                  <a:pt x="4626343" y="221119"/>
                </a:lnTo>
                <a:lnTo>
                  <a:pt x="4626432" y="224853"/>
                </a:lnTo>
                <a:lnTo>
                  <a:pt x="4626432" y="228599"/>
                </a:lnTo>
                <a:lnTo>
                  <a:pt x="4626432" y="2240127"/>
                </a:lnTo>
                <a:lnTo>
                  <a:pt x="4626432" y="2243861"/>
                </a:lnTo>
                <a:lnTo>
                  <a:pt x="4626343" y="2247607"/>
                </a:lnTo>
                <a:lnTo>
                  <a:pt x="4626165" y="2251341"/>
                </a:lnTo>
                <a:lnTo>
                  <a:pt x="4625975" y="2255075"/>
                </a:lnTo>
                <a:lnTo>
                  <a:pt x="4625695" y="2258809"/>
                </a:lnTo>
                <a:lnTo>
                  <a:pt x="4625327" y="2262530"/>
                </a:lnTo>
                <a:lnTo>
                  <a:pt x="4624971" y="2266251"/>
                </a:lnTo>
                <a:lnTo>
                  <a:pt x="4624514" y="2269959"/>
                </a:lnTo>
                <a:lnTo>
                  <a:pt x="4623955" y="2273668"/>
                </a:lnTo>
                <a:lnTo>
                  <a:pt x="4623409" y="2277363"/>
                </a:lnTo>
                <a:lnTo>
                  <a:pt x="4622774" y="2281059"/>
                </a:lnTo>
                <a:lnTo>
                  <a:pt x="4622038" y="2284729"/>
                </a:lnTo>
                <a:lnTo>
                  <a:pt x="4621314" y="2288387"/>
                </a:lnTo>
                <a:lnTo>
                  <a:pt x="4620488" y="2292045"/>
                </a:lnTo>
                <a:lnTo>
                  <a:pt x="4619586" y="2295664"/>
                </a:lnTo>
                <a:lnTo>
                  <a:pt x="4618685" y="2299296"/>
                </a:lnTo>
                <a:lnTo>
                  <a:pt x="4617681" y="2302903"/>
                </a:lnTo>
                <a:lnTo>
                  <a:pt x="4616589" y="2306485"/>
                </a:lnTo>
                <a:lnTo>
                  <a:pt x="4615510" y="2310066"/>
                </a:lnTo>
                <a:lnTo>
                  <a:pt x="4599444" y="2347887"/>
                </a:lnTo>
                <a:lnTo>
                  <a:pt x="4597679" y="2351189"/>
                </a:lnTo>
                <a:lnTo>
                  <a:pt x="4587900" y="2367127"/>
                </a:lnTo>
                <a:lnTo>
                  <a:pt x="4585830" y="2370239"/>
                </a:lnTo>
                <a:lnTo>
                  <a:pt x="4574540" y="2385148"/>
                </a:lnTo>
                <a:lnTo>
                  <a:pt x="4572165" y="2388044"/>
                </a:lnTo>
                <a:lnTo>
                  <a:pt x="4551349" y="2409507"/>
                </a:lnTo>
                <a:lnTo>
                  <a:pt x="4548581" y="2412022"/>
                </a:lnTo>
                <a:lnTo>
                  <a:pt x="4545749" y="2414460"/>
                </a:lnTo>
                <a:lnTo>
                  <a:pt x="4542853" y="2416835"/>
                </a:lnTo>
                <a:lnTo>
                  <a:pt x="4539970" y="2419210"/>
                </a:lnTo>
                <a:lnTo>
                  <a:pt x="4524844" y="2430195"/>
                </a:lnTo>
                <a:lnTo>
                  <a:pt x="4521733" y="2432278"/>
                </a:lnTo>
                <a:lnTo>
                  <a:pt x="4495571" y="2446769"/>
                </a:lnTo>
                <a:lnTo>
                  <a:pt x="4492193" y="2448369"/>
                </a:lnTo>
                <a:lnTo>
                  <a:pt x="4464189" y="2458872"/>
                </a:lnTo>
                <a:lnTo>
                  <a:pt x="4460608" y="2459964"/>
                </a:lnTo>
                <a:lnTo>
                  <a:pt x="4442434" y="2464333"/>
                </a:lnTo>
                <a:lnTo>
                  <a:pt x="4438764" y="2465057"/>
                </a:lnTo>
                <a:lnTo>
                  <a:pt x="4420235" y="2467622"/>
                </a:lnTo>
                <a:lnTo>
                  <a:pt x="4416513" y="2467990"/>
                </a:lnTo>
                <a:lnTo>
                  <a:pt x="4412792" y="2468270"/>
                </a:lnTo>
                <a:lnTo>
                  <a:pt x="4409059" y="2468448"/>
                </a:lnTo>
                <a:lnTo>
                  <a:pt x="4405312" y="2468638"/>
                </a:lnTo>
                <a:lnTo>
                  <a:pt x="4401578" y="2468727"/>
                </a:lnTo>
                <a:lnTo>
                  <a:pt x="4397832" y="2468727"/>
                </a:lnTo>
                <a:lnTo>
                  <a:pt x="228600" y="2468727"/>
                </a:lnTo>
                <a:lnTo>
                  <a:pt x="224853" y="2468727"/>
                </a:lnTo>
                <a:lnTo>
                  <a:pt x="221119" y="2468638"/>
                </a:lnTo>
                <a:lnTo>
                  <a:pt x="217385" y="2468448"/>
                </a:lnTo>
                <a:lnTo>
                  <a:pt x="213652" y="2468270"/>
                </a:lnTo>
                <a:lnTo>
                  <a:pt x="209918" y="2467990"/>
                </a:lnTo>
                <a:lnTo>
                  <a:pt x="206197" y="2467622"/>
                </a:lnTo>
                <a:lnTo>
                  <a:pt x="202476" y="2467254"/>
                </a:lnTo>
                <a:lnTo>
                  <a:pt x="162242" y="2458872"/>
                </a:lnTo>
                <a:lnTo>
                  <a:pt x="158661" y="2457792"/>
                </a:lnTo>
                <a:lnTo>
                  <a:pt x="130860" y="2446769"/>
                </a:lnTo>
                <a:lnTo>
                  <a:pt x="127482" y="2445181"/>
                </a:lnTo>
                <a:lnTo>
                  <a:pt x="101600" y="2430195"/>
                </a:lnTo>
                <a:lnTo>
                  <a:pt x="98488" y="2428125"/>
                </a:lnTo>
                <a:lnTo>
                  <a:pt x="83578" y="2416835"/>
                </a:lnTo>
                <a:lnTo>
                  <a:pt x="80683" y="2414460"/>
                </a:lnTo>
                <a:lnTo>
                  <a:pt x="77851" y="2412022"/>
                </a:lnTo>
                <a:lnTo>
                  <a:pt x="75082" y="2409507"/>
                </a:lnTo>
                <a:lnTo>
                  <a:pt x="72313" y="2406992"/>
                </a:lnTo>
                <a:lnTo>
                  <a:pt x="59220" y="2393645"/>
                </a:lnTo>
                <a:lnTo>
                  <a:pt x="56705" y="2390876"/>
                </a:lnTo>
                <a:lnTo>
                  <a:pt x="54267" y="2388044"/>
                </a:lnTo>
                <a:lnTo>
                  <a:pt x="51892" y="2385148"/>
                </a:lnTo>
                <a:lnTo>
                  <a:pt x="49517" y="2382253"/>
                </a:lnTo>
                <a:lnTo>
                  <a:pt x="38531" y="2367127"/>
                </a:lnTo>
                <a:lnTo>
                  <a:pt x="36448" y="2364016"/>
                </a:lnTo>
                <a:lnTo>
                  <a:pt x="34442" y="2360853"/>
                </a:lnTo>
                <a:lnTo>
                  <a:pt x="32524" y="2357653"/>
                </a:lnTo>
                <a:lnTo>
                  <a:pt x="30594" y="2354440"/>
                </a:lnTo>
                <a:lnTo>
                  <a:pt x="13360" y="2317140"/>
                </a:lnTo>
                <a:lnTo>
                  <a:pt x="4394" y="2284729"/>
                </a:lnTo>
                <a:lnTo>
                  <a:pt x="3657" y="2281059"/>
                </a:lnTo>
                <a:lnTo>
                  <a:pt x="1104" y="2262530"/>
                </a:lnTo>
                <a:lnTo>
                  <a:pt x="736" y="2258809"/>
                </a:lnTo>
                <a:lnTo>
                  <a:pt x="457" y="2255075"/>
                </a:lnTo>
                <a:lnTo>
                  <a:pt x="279" y="2251341"/>
                </a:lnTo>
                <a:lnTo>
                  <a:pt x="88" y="2247607"/>
                </a:lnTo>
                <a:lnTo>
                  <a:pt x="0" y="2243861"/>
                </a:lnTo>
                <a:lnTo>
                  <a:pt x="0" y="2240127"/>
                </a:lnTo>
                <a:lnTo>
                  <a:pt x="0" y="228599"/>
                </a:lnTo>
                <a:lnTo>
                  <a:pt x="0" y="224853"/>
                </a:lnTo>
                <a:lnTo>
                  <a:pt x="88" y="221119"/>
                </a:lnTo>
                <a:lnTo>
                  <a:pt x="279" y="217385"/>
                </a:lnTo>
                <a:lnTo>
                  <a:pt x="457" y="213652"/>
                </a:lnTo>
                <a:lnTo>
                  <a:pt x="736" y="209918"/>
                </a:lnTo>
                <a:lnTo>
                  <a:pt x="1104" y="206197"/>
                </a:lnTo>
                <a:lnTo>
                  <a:pt x="1473" y="202476"/>
                </a:lnTo>
                <a:lnTo>
                  <a:pt x="1930" y="198754"/>
                </a:lnTo>
                <a:lnTo>
                  <a:pt x="2476" y="195059"/>
                </a:lnTo>
                <a:lnTo>
                  <a:pt x="3022" y="191350"/>
                </a:lnTo>
                <a:lnTo>
                  <a:pt x="3657" y="187667"/>
                </a:lnTo>
                <a:lnTo>
                  <a:pt x="4394" y="183997"/>
                </a:lnTo>
                <a:lnTo>
                  <a:pt x="5118" y="180327"/>
                </a:lnTo>
                <a:lnTo>
                  <a:pt x="13360" y="151587"/>
                </a:lnTo>
                <a:lnTo>
                  <a:pt x="14617" y="148069"/>
                </a:lnTo>
                <a:lnTo>
                  <a:pt x="15963" y="144576"/>
                </a:lnTo>
                <a:lnTo>
                  <a:pt x="17399" y="141122"/>
                </a:lnTo>
                <a:lnTo>
                  <a:pt x="18834" y="137667"/>
                </a:lnTo>
                <a:lnTo>
                  <a:pt x="20345" y="134238"/>
                </a:lnTo>
                <a:lnTo>
                  <a:pt x="21945" y="130860"/>
                </a:lnTo>
                <a:lnTo>
                  <a:pt x="23545" y="127482"/>
                </a:lnTo>
                <a:lnTo>
                  <a:pt x="32524" y="111074"/>
                </a:lnTo>
                <a:lnTo>
                  <a:pt x="34442" y="107861"/>
                </a:lnTo>
                <a:lnTo>
                  <a:pt x="36448" y="104711"/>
                </a:lnTo>
                <a:lnTo>
                  <a:pt x="38531" y="101599"/>
                </a:lnTo>
                <a:lnTo>
                  <a:pt x="40601" y="98488"/>
                </a:lnTo>
                <a:lnTo>
                  <a:pt x="51892" y="83578"/>
                </a:lnTo>
                <a:lnTo>
                  <a:pt x="54267" y="80683"/>
                </a:lnTo>
                <a:lnTo>
                  <a:pt x="56705" y="77850"/>
                </a:lnTo>
                <a:lnTo>
                  <a:pt x="59220" y="75082"/>
                </a:lnTo>
                <a:lnTo>
                  <a:pt x="61734" y="72313"/>
                </a:lnTo>
                <a:lnTo>
                  <a:pt x="64312" y="69595"/>
                </a:lnTo>
                <a:lnTo>
                  <a:pt x="66954" y="66954"/>
                </a:lnTo>
                <a:lnTo>
                  <a:pt x="69596" y="64312"/>
                </a:lnTo>
                <a:lnTo>
                  <a:pt x="72313" y="61734"/>
                </a:lnTo>
                <a:lnTo>
                  <a:pt x="75082" y="59220"/>
                </a:lnTo>
                <a:lnTo>
                  <a:pt x="77851" y="56705"/>
                </a:lnTo>
                <a:lnTo>
                  <a:pt x="80683" y="54267"/>
                </a:lnTo>
                <a:lnTo>
                  <a:pt x="83578" y="51892"/>
                </a:lnTo>
                <a:lnTo>
                  <a:pt x="86474" y="49517"/>
                </a:lnTo>
                <a:lnTo>
                  <a:pt x="101600" y="38531"/>
                </a:lnTo>
                <a:lnTo>
                  <a:pt x="104711" y="36448"/>
                </a:lnTo>
                <a:lnTo>
                  <a:pt x="107861" y="34442"/>
                </a:lnTo>
                <a:lnTo>
                  <a:pt x="111074" y="32524"/>
                </a:lnTo>
                <a:lnTo>
                  <a:pt x="114287" y="30594"/>
                </a:lnTo>
                <a:lnTo>
                  <a:pt x="130860" y="21945"/>
                </a:lnTo>
                <a:lnTo>
                  <a:pt x="134239" y="20345"/>
                </a:lnTo>
                <a:lnTo>
                  <a:pt x="137668" y="18834"/>
                </a:lnTo>
                <a:lnTo>
                  <a:pt x="141122" y="17398"/>
                </a:lnTo>
                <a:lnTo>
                  <a:pt x="144576" y="15963"/>
                </a:lnTo>
                <a:lnTo>
                  <a:pt x="148069" y="14617"/>
                </a:lnTo>
                <a:lnTo>
                  <a:pt x="151587" y="13360"/>
                </a:lnTo>
                <a:lnTo>
                  <a:pt x="155105" y="12103"/>
                </a:lnTo>
                <a:lnTo>
                  <a:pt x="183997" y="4394"/>
                </a:lnTo>
                <a:lnTo>
                  <a:pt x="187667" y="3657"/>
                </a:lnTo>
                <a:lnTo>
                  <a:pt x="191363" y="3022"/>
                </a:lnTo>
                <a:lnTo>
                  <a:pt x="195059" y="2476"/>
                </a:lnTo>
                <a:lnTo>
                  <a:pt x="198755" y="1930"/>
                </a:lnTo>
                <a:lnTo>
                  <a:pt x="202476" y="1473"/>
                </a:lnTo>
                <a:lnTo>
                  <a:pt x="206197" y="1104"/>
                </a:lnTo>
                <a:lnTo>
                  <a:pt x="209918" y="736"/>
                </a:lnTo>
                <a:lnTo>
                  <a:pt x="213652" y="457"/>
                </a:lnTo>
                <a:lnTo>
                  <a:pt x="217385" y="279"/>
                </a:lnTo>
                <a:lnTo>
                  <a:pt x="221119" y="88"/>
                </a:lnTo>
                <a:lnTo>
                  <a:pt x="224853" y="0"/>
                </a:lnTo>
                <a:lnTo>
                  <a:pt x="228600" y="0"/>
                </a:lnTo>
                <a:close/>
              </a:path>
            </a:pathLst>
          </a:custGeom>
          <a:ln w="19050">
            <a:solidFill>
              <a:srgbClr val="3F2B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978531" y="7198714"/>
            <a:ext cx="3812540" cy="194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dirty="0" sz="2700" spc="95">
                <a:solidFill>
                  <a:srgbClr val="2F2D2E"/>
                </a:solidFill>
                <a:latin typeface="Lucida Sans Unicode"/>
                <a:cs typeface="Lucida Sans Unicode"/>
              </a:rPr>
              <a:t>Conecpt</a:t>
            </a:r>
            <a:endParaRPr sz="2700">
              <a:latin typeface="Lucida Sans Unicode"/>
              <a:cs typeface="Lucida Sans Unicode"/>
            </a:endParaRPr>
          </a:p>
          <a:p>
            <a:pPr marL="224790" marR="433070" indent="-212725">
              <a:lnSpc>
                <a:spcPct val="101499"/>
              </a:lnSpc>
              <a:spcBef>
                <a:spcPts val="185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Built</a:t>
            </a:r>
            <a:r>
              <a:rPr dirty="0" sz="1950" spc="-1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2F2D2E"/>
                </a:solidFill>
                <a:latin typeface="Lucida Sans Unicode"/>
                <a:cs typeface="Lucida Sans Unicode"/>
              </a:rPr>
              <a:t>for </a:t>
            </a: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colleges,</a:t>
            </a:r>
            <a:r>
              <a:rPr dirty="0" sz="1950" spc="-10">
                <a:solidFill>
                  <a:srgbClr val="2F2D2E"/>
                </a:solidFill>
                <a:latin typeface="Lucida Sans Unicode"/>
                <a:cs typeface="Lucida Sans Unicode"/>
              </a:rPr>
              <a:t> clubs, </a:t>
            </a:r>
            <a:r>
              <a:rPr dirty="0" sz="1950" spc="-1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students,</a:t>
            </a:r>
            <a:r>
              <a:rPr dirty="0" sz="1950" spc="-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140">
                <a:solidFill>
                  <a:srgbClr val="2F2D2E"/>
                </a:solidFill>
                <a:latin typeface="Lucida Sans Unicode"/>
                <a:cs typeface="Lucida Sans Unicode"/>
              </a:rPr>
              <a:t>and</a:t>
            </a: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2F2D2E"/>
                </a:solidFill>
                <a:latin typeface="Lucida Sans Unicode"/>
                <a:cs typeface="Lucida Sans Unicode"/>
              </a:rPr>
              <a:t>volunteers.</a:t>
            </a:r>
            <a:endParaRPr sz="1950">
              <a:latin typeface="Lucida Sans Unicode"/>
              <a:cs typeface="Lucida Sans Unicode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 spc="75">
                <a:solidFill>
                  <a:srgbClr val="2F2D2E"/>
                </a:solidFill>
                <a:latin typeface="Lucida Sans Unicode"/>
                <a:cs typeface="Lucida Sans Unicode"/>
              </a:rPr>
              <a:t>One</a:t>
            </a:r>
            <a:r>
              <a:rPr dirty="0" sz="1950" spc="-100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60">
                <a:solidFill>
                  <a:srgbClr val="2F2D2E"/>
                </a:solidFill>
                <a:latin typeface="Lucida Sans Unicode"/>
                <a:cs typeface="Lucida Sans Unicode"/>
              </a:rPr>
              <a:t>source</a:t>
            </a:r>
            <a:r>
              <a:rPr dirty="0" sz="1950" spc="-9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of</a:t>
            </a:r>
            <a:r>
              <a:rPr dirty="0" sz="1950" spc="-9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>
                <a:solidFill>
                  <a:srgbClr val="2F2D2E"/>
                </a:solidFill>
                <a:latin typeface="Lucida Sans Unicode"/>
                <a:cs typeface="Lucida Sans Unicode"/>
              </a:rPr>
              <a:t>truth</a:t>
            </a:r>
            <a:r>
              <a:rPr dirty="0" sz="1950" spc="-9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2F2D2E"/>
                </a:solidFill>
                <a:latin typeface="Lucida Sans Unicode"/>
                <a:cs typeface="Lucida Sans Unicode"/>
              </a:rPr>
              <a:t>for</a:t>
            </a:r>
            <a:r>
              <a:rPr dirty="0" sz="1950" spc="-9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70">
                <a:solidFill>
                  <a:srgbClr val="2F2D2E"/>
                </a:solidFill>
                <a:latin typeface="Lucida Sans Unicode"/>
                <a:cs typeface="Lucida Sans Unicode"/>
              </a:rPr>
              <a:t>every </a:t>
            </a:r>
            <a:r>
              <a:rPr dirty="0" sz="1950" spc="70">
                <a:solidFill>
                  <a:srgbClr val="2F2D2E"/>
                </a:solidFill>
                <a:latin typeface="Lucida Sans Unicode"/>
                <a:cs typeface="Lucida Sans Unicode"/>
              </a:rPr>
              <a:t>	</a:t>
            </a:r>
            <a:r>
              <a:rPr dirty="0" sz="1950" spc="130">
                <a:solidFill>
                  <a:srgbClr val="2F2D2E"/>
                </a:solidFill>
                <a:latin typeface="Lucida Sans Unicode"/>
                <a:cs typeface="Lucida Sans Unicode"/>
              </a:rPr>
              <a:t>campus</a:t>
            </a:r>
            <a:r>
              <a:rPr dirty="0" sz="1950" spc="-65">
                <a:solidFill>
                  <a:srgbClr val="2F2D2E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2F2D2E"/>
                </a:solidFill>
                <a:latin typeface="Lucida Sans Unicode"/>
                <a:cs typeface="Lucida Sans Unicode"/>
              </a:rPr>
              <a:t>event.</a:t>
            </a:r>
            <a:endParaRPr sz="1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2026-09-29T11:18:26Z</dcterms:created>
  <dcterms:modified xsi:type="dcterms:W3CDTF">2026-09-29T11:18:26Z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2026-08-16T00:00:00Z</vt:filetime>
  </property>
  <property fmtid="{D5CDD505-2E9C-101B-9397-08002B2CF9AE}" pid="4" name="CreationClient">
    <vt:lpwstr>outline-to-presentation</vt:lpwstr>
  </property>
  <property fmtid="{D5CDD505-2E9C-101B-9397-08002B2CF9AE}" pid="5" name="Creator">
    <vt:lpwstr>Adobe Express</vt:lpwstr>
  </property>
  <property fmtid="{D5CDD505-2E9C-101B-9397-08002B2CF9AE}" pid="6" name="LastSaved">
    <vt:filetime>2026-09-29T00:00:00Z</vt:filetime>
  </property>
  <property fmtid="{D5CDD505-2E9C-101B-9397-08002B2CF9AE}" pid="7" name="Producer">
    <vt:lpwstr>Adobe Express</vt:lpwstr>
  </property>
</Properties>
</file>